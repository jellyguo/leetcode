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7"/>
  </p:notesMasterIdLst>
  <p:handoutMasterIdLst>
    <p:handoutMasterId r:id="rId28"/>
  </p:handoutMasterIdLst>
  <p:sldIdLst>
    <p:sldId id="302" r:id="rId5"/>
    <p:sldId id="280" r:id="rId6"/>
    <p:sldId id="268" r:id="rId7"/>
    <p:sldId id="303" r:id="rId8"/>
    <p:sldId id="305" r:id="rId9"/>
    <p:sldId id="307" r:id="rId10"/>
    <p:sldId id="308" r:id="rId11"/>
    <p:sldId id="309" r:id="rId12"/>
    <p:sldId id="314" r:id="rId13"/>
    <p:sldId id="310" r:id="rId14"/>
    <p:sldId id="315" r:id="rId15"/>
    <p:sldId id="317" r:id="rId16"/>
    <p:sldId id="319" r:id="rId17"/>
    <p:sldId id="312" r:id="rId18"/>
    <p:sldId id="313" r:id="rId19"/>
    <p:sldId id="316" r:id="rId20"/>
    <p:sldId id="318" r:id="rId21"/>
    <p:sldId id="320" r:id="rId22"/>
    <p:sldId id="321" r:id="rId23"/>
    <p:sldId id="322" r:id="rId24"/>
    <p:sldId id="324" r:id="rId25"/>
    <p:sldId id="301" r:id="rId26"/>
  </p:sldIdLst>
  <p:sldSz cx="12192000" cy="6858000"/>
  <p:notesSz cx="6858000" cy="9144000"/>
  <p:embeddedFontLst>
    <p:embeddedFont>
      <p:font typeface="Inter" panose="02000503000000020004" pitchFamily="2" charset="0"/>
      <p:regular r:id="rId29"/>
      <p:bold r:id="rId30"/>
      <p:italic r:id="rId31"/>
      <p:boldItalic r:id="rId32"/>
    </p:embeddedFont>
    <p:embeddedFont>
      <p:font typeface="Inter SemiBold" panose="02000503000000020004" pitchFamily="2" charset="0"/>
      <p:bold r:id="rId33"/>
    </p:embeddedFont>
    <p:embeddedFont>
      <p:font typeface="KONE Information" panose="02010600030101010101" charset="-79"/>
      <p:regular r:id="rId34"/>
    </p:embeddedFont>
    <p:embeddedFont>
      <p:font typeface="Verdana" panose="020B0604030504040204" pitchFamily="34"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6313CE-F178-40CA-96CE-1AE05AFCE6E5}" v="41" dt="2024-03-20T09:45:52.728"/>
  </p1510:revLst>
</p1510:revInfo>
</file>

<file path=ppt/tableStyles.xml><?xml version="1.0" encoding="utf-8"?>
<a:tblStyleLst xmlns:a="http://schemas.openxmlformats.org/drawingml/2006/main" def="{69012ECD-51FC-41F1-AA8D-1B2483CD663E}">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523" autoAdjust="0"/>
  </p:normalViewPr>
  <p:slideViewPr>
    <p:cSldViewPr snapToGrid="0" showGuides="1">
      <p:cViewPr varScale="1">
        <p:scale>
          <a:sx n="75" d="100"/>
          <a:sy n="75" d="100"/>
        </p:scale>
        <p:origin x="974" y="5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3852"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6.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o Dong 1" userId="2f33b0b0-0dcf-4a45-8129-489f6a6f99e1" providerId="ADAL" clId="{C76313CE-F178-40CA-96CE-1AE05AFCE6E5}"/>
    <pc:docChg chg="undo custSel addSld delSld modSld sldOrd">
      <pc:chgData name="Guo Dong 1" userId="2f33b0b0-0dcf-4a45-8129-489f6a6f99e1" providerId="ADAL" clId="{C76313CE-F178-40CA-96CE-1AE05AFCE6E5}" dt="2024-03-20T09:46:46.653" v="3405" actId="2696"/>
      <pc:docMkLst>
        <pc:docMk/>
      </pc:docMkLst>
      <pc:sldChg chg="modSp mod">
        <pc:chgData name="Guo Dong 1" userId="2f33b0b0-0dcf-4a45-8129-489f6a6f99e1" providerId="ADAL" clId="{C76313CE-F178-40CA-96CE-1AE05AFCE6E5}" dt="2024-03-19T08:34:10.088" v="2584" actId="20577"/>
        <pc:sldMkLst>
          <pc:docMk/>
          <pc:sldMk cId="2649303599" sldId="280"/>
        </pc:sldMkLst>
        <pc:spChg chg="mod">
          <ac:chgData name="Guo Dong 1" userId="2f33b0b0-0dcf-4a45-8129-489f6a6f99e1" providerId="ADAL" clId="{C76313CE-F178-40CA-96CE-1AE05AFCE6E5}" dt="2024-03-19T08:34:10.088" v="2584" actId="20577"/>
          <ac:spMkLst>
            <pc:docMk/>
            <pc:sldMk cId="2649303599" sldId="280"/>
            <ac:spMk id="15" creationId="{F0A1674B-CAE9-DCFC-8994-645B4D3BDC74}"/>
          </ac:spMkLst>
        </pc:spChg>
      </pc:sldChg>
      <pc:sldChg chg="modSp mod">
        <pc:chgData name="Guo Dong 1" userId="2f33b0b0-0dcf-4a45-8129-489f6a6f99e1" providerId="ADAL" clId="{C76313CE-F178-40CA-96CE-1AE05AFCE6E5}" dt="2024-03-18T09:42:27.913" v="41" actId="207"/>
        <pc:sldMkLst>
          <pc:docMk/>
          <pc:sldMk cId="1372268538" sldId="303"/>
        </pc:sldMkLst>
        <pc:spChg chg="mod">
          <ac:chgData name="Guo Dong 1" userId="2f33b0b0-0dcf-4a45-8129-489f6a6f99e1" providerId="ADAL" clId="{C76313CE-F178-40CA-96CE-1AE05AFCE6E5}" dt="2024-03-18T09:42:27.913" v="41" actId="207"/>
          <ac:spMkLst>
            <pc:docMk/>
            <pc:sldMk cId="1372268538" sldId="303"/>
            <ac:spMk id="9" creationId="{8EBF4AAD-4CE8-57F2-0FDA-47951DB0CA8B}"/>
          </ac:spMkLst>
        </pc:spChg>
      </pc:sldChg>
      <pc:sldChg chg="modSp mod">
        <pc:chgData name="Guo Dong 1" userId="2f33b0b0-0dcf-4a45-8129-489f6a6f99e1" providerId="ADAL" clId="{C76313CE-F178-40CA-96CE-1AE05AFCE6E5}" dt="2024-03-19T08:33:21.115" v="2545" actId="1440"/>
        <pc:sldMkLst>
          <pc:docMk/>
          <pc:sldMk cId="802272955" sldId="305"/>
        </pc:sldMkLst>
        <pc:picChg chg="mod">
          <ac:chgData name="Guo Dong 1" userId="2f33b0b0-0dcf-4a45-8129-489f6a6f99e1" providerId="ADAL" clId="{C76313CE-F178-40CA-96CE-1AE05AFCE6E5}" dt="2024-03-19T08:33:21.115" v="2545" actId="1440"/>
          <ac:picMkLst>
            <pc:docMk/>
            <pc:sldMk cId="802272955" sldId="305"/>
            <ac:picMk id="15" creationId="{8DADD4C0-610D-5904-D3C8-8329593FBA1D}"/>
          </ac:picMkLst>
        </pc:picChg>
      </pc:sldChg>
      <pc:sldChg chg="modSp mod">
        <pc:chgData name="Guo Dong 1" userId="2f33b0b0-0dcf-4a45-8129-489f6a6f99e1" providerId="ADAL" clId="{C76313CE-F178-40CA-96CE-1AE05AFCE6E5}" dt="2024-03-20T08:55:55.366" v="3243" actId="1076"/>
        <pc:sldMkLst>
          <pc:docMk/>
          <pc:sldMk cId="2882079026" sldId="308"/>
        </pc:sldMkLst>
        <pc:spChg chg="mod">
          <ac:chgData name="Guo Dong 1" userId="2f33b0b0-0dcf-4a45-8129-489f6a6f99e1" providerId="ADAL" clId="{C76313CE-F178-40CA-96CE-1AE05AFCE6E5}" dt="2024-03-20T08:55:55.366" v="3243" actId="1076"/>
          <ac:spMkLst>
            <pc:docMk/>
            <pc:sldMk cId="2882079026" sldId="308"/>
            <ac:spMk id="4" creationId="{5AB402B9-7CEB-EA38-B843-3F03FF70A9E0}"/>
          </ac:spMkLst>
        </pc:spChg>
        <pc:spChg chg="mod">
          <ac:chgData name="Guo Dong 1" userId="2f33b0b0-0dcf-4a45-8129-489f6a6f99e1" providerId="ADAL" clId="{C76313CE-F178-40CA-96CE-1AE05AFCE6E5}" dt="2024-03-20T08:55:51.795" v="3242" actId="1038"/>
          <ac:spMkLst>
            <pc:docMk/>
            <pc:sldMk cId="2882079026" sldId="308"/>
            <ac:spMk id="5" creationId="{1BE972FC-1E8E-6EDD-FA46-4AD760D499CF}"/>
          </ac:spMkLst>
        </pc:spChg>
        <pc:spChg chg="mod">
          <ac:chgData name="Guo Dong 1" userId="2f33b0b0-0dcf-4a45-8129-489f6a6f99e1" providerId="ADAL" clId="{C76313CE-F178-40CA-96CE-1AE05AFCE6E5}" dt="2024-03-20T08:55:29.027" v="3224" actId="1076"/>
          <ac:spMkLst>
            <pc:docMk/>
            <pc:sldMk cId="2882079026" sldId="308"/>
            <ac:spMk id="6" creationId="{6F2BF33B-BBE4-A14B-0AA6-32F1EEEFE26E}"/>
          </ac:spMkLst>
        </pc:spChg>
        <pc:picChg chg="mod">
          <ac:chgData name="Guo Dong 1" userId="2f33b0b0-0dcf-4a45-8129-489f6a6f99e1" providerId="ADAL" clId="{C76313CE-F178-40CA-96CE-1AE05AFCE6E5}" dt="2024-03-19T08:32:59.951" v="2542" actId="1440"/>
          <ac:picMkLst>
            <pc:docMk/>
            <pc:sldMk cId="2882079026" sldId="308"/>
            <ac:picMk id="15" creationId="{0284D8EF-A2D3-9485-0A44-79E728317220}"/>
          </ac:picMkLst>
        </pc:picChg>
        <pc:picChg chg="mod">
          <ac:chgData name="Guo Dong 1" userId="2f33b0b0-0dcf-4a45-8129-489f6a6f99e1" providerId="ADAL" clId="{C76313CE-F178-40CA-96CE-1AE05AFCE6E5}" dt="2024-03-19T08:33:10.972" v="2544" actId="1440"/>
          <ac:picMkLst>
            <pc:docMk/>
            <pc:sldMk cId="2882079026" sldId="308"/>
            <ac:picMk id="17" creationId="{BEE9F106-EBE7-AC1F-4624-6BCBB3A219C4}"/>
          </ac:picMkLst>
        </pc:picChg>
        <pc:picChg chg="mod">
          <ac:chgData name="Guo Dong 1" userId="2f33b0b0-0dcf-4a45-8129-489f6a6f99e1" providerId="ADAL" clId="{C76313CE-F178-40CA-96CE-1AE05AFCE6E5}" dt="2024-03-19T08:33:04.917" v="2543" actId="1440"/>
          <ac:picMkLst>
            <pc:docMk/>
            <pc:sldMk cId="2882079026" sldId="308"/>
            <ac:picMk id="19" creationId="{F70F3C4C-5E05-4083-8658-0E35545C8F2F}"/>
          </ac:picMkLst>
        </pc:picChg>
      </pc:sldChg>
      <pc:sldChg chg="addSp delSp modSp mod">
        <pc:chgData name="Guo Dong 1" userId="2f33b0b0-0dcf-4a45-8129-489f6a6f99e1" providerId="ADAL" clId="{C76313CE-F178-40CA-96CE-1AE05AFCE6E5}" dt="2024-03-19T02:26:40.461" v="88" actId="1076"/>
        <pc:sldMkLst>
          <pc:docMk/>
          <pc:sldMk cId="1601463888" sldId="309"/>
        </pc:sldMkLst>
        <pc:spChg chg="mod">
          <ac:chgData name="Guo Dong 1" userId="2f33b0b0-0dcf-4a45-8129-489f6a6f99e1" providerId="ADAL" clId="{C76313CE-F178-40CA-96CE-1AE05AFCE6E5}" dt="2024-03-19T02:26:40.461" v="88" actId="1076"/>
          <ac:spMkLst>
            <pc:docMk/>
            <pc:sldMk cId="1601463888" sldId="309"/>
            <ac:spMk id="2" creationId="{7C45F156-0ECD-688C-A556-EA5C71BDD136}"/>
          </ac:spMkLst>
        </pc:spChg>
        <pc:spChg chg="mod">
          <ac:chgData name="Guo Dong 1" userId="2f33b0b0-0dcf-4a45-8129-489f6a6f99e1" providerId="ADAL" clId="{C76313CE-F178-40CA-96CE-1AE05AFCE6E5}" dt="2024-03-19T02:26:39.940" v="87" actId="1076"/>
          <ac:spMkLst>
            <pc:docMk/>
            <pc:sldMk cId="1601463888" sldId="309"/>
            <ac:spMk id="3" creationId="{AD574A9F-F337-9CF1-D08C-1DD7BD1BDD24}"/>
          </ac:spMkLst>
        </pc:spChg>
        <pc:spChg chg="mod">
          <ac:chgData name="Guo Dong 1" userId="2f33b0b0-0dcf-4a45-8129-489f6a6f99e1" providerId="ADAL" clId="{C76313CE-F178-40CA-96CE-1AE05AFCE6E5}" dt="2024-03-19T02:26:38.873" v="85" actId="1076"/>
          <ac:spMkLst>
            <pc:docMk/>
            <pc:sldMk cId="1601463888" sldId="309"/>
            <ac:spMk id="4" creationId="{CCBEDF42-D165-C157-5E16-ED238D22DBDA}"/>
          </ac:spMkLst>
        </pc:spChg>
        <pc:spChg chg="add del mod">
          <ac:chgData name="Guo Dong 1" userId="2f33b0b0-0dcf-4a45-8129-489f6a6f99e1" providerId="ADAL" clId="{C76313CE-F178-40CA-96CE-1AE05AFCE6E5}" dt="2024-03-19T02:26:35.520" v="81"/>
          <ac:spMkLst>
            <pc:docMk/>
            <pc:sldMk cId="1601463888" sldId="309"/>
            <ac:spMk id="8" creationId="{14E3B356-8096-02E5-3478-59B4913D92F6}"/>
          </ac:spMkLst>
        </pc:spChg>
        <pc:spChg chg="add del mod">
          <ac:chgData name="Guo Dong 1" userId="2f33b0b0-0dcf-4a45-8129-489f6a6f99e1" providerId="ADAL" clId="{C76313CE-F178-40CA-96CE-1AE05AFCE6E5}" dt="2024-03-19T02:26:33.932" v="78"/>
          <ac:spMkLst>
            <pc:docMk/>
            <pc:sldMk cId="1601463888" sldId="309"/>
            <ac:spMk id="9" creationId="{6BBACF10-30C7-D779-75C7-42EA0CA5EDD0}"/>
          </ac:spMkLst>
        </pc:spChg>
      </pc:sldChg>
      <pc:sldChg chg="addSp modSp mod">
        <pc:chgData name="Guo Dong 1" userId="2f33b0b0-0dcf-4a45-8129-489f6a6f99e1" providerId="ADAL" clId="{C76313CE-F178-40CA-96CE-1AE05AFCE6E5}" dt="2024-03-20T02:22:54.026" v="2717" actId="1076"/>
        <pc:sldMkLst>
          <pc:docMk/>
          <pc:sldMk cId="306076192" sldId="310"/>
        </pc:sldMkLst>
        <pc:spChg chg="add mod">
          <ac:chgData name="Guo Dong 1" userId="2f33b0b0-0dcf-4a45-8129-489f6a6f99e1" providerId="ADAL" clId="{C76313CE-F178-40CA-96CE-1AE05AFCE6E5}" dt="2024-03-20T02:22:54.026" v="2717" actId="1076"/>
          <ac:spMkLst>
            <pc:docMk/>
            <pc:sldMk cId="306076192" sldId="310"/>
            <ac:spMk id="4" creationId="{54945BAC-DBCA-98D6-D067-78787FB9AEA9}"/>
          </ac:spMkLst>
        </pc:spChg>
        <pc:picChg chg="mod">
          <ac:chgData name="Guo Dong 1" userId="2f33b0b0-0dcf-4a45-8129-489f6a6f99e1" providerId="ADAL" clId="{C76313CE-F178-40CA-96CE-1AE05AFCE6E5}" dt="2024-03-20T02:22:48.698" v="2716" actId="1076"/>
          <ac:picMkLst>
            <pc:docMk/>
            <pc:sldMk cId="306076192" sldId="310"/>
            <ac:picMk id="9" creationId="{8A4C5E26-4503-A19A-0F18-4527E2E0FF49}"/>
          </ac:picMkLst>
        </pc:picChg>
      </pc:sldChg>
      <pc:sldChg chg="addSp delSp modSp mod ord">
        <pc:chgData name="Guo Dong 1" userId="2f33b0b0-0dcf-4a45-8129-489f6a6f99e1" providerId="ADAL" clId="{C76313CE-F178-40CA-96CE-1AE05AFCE6E5}" dt="2024-03-20T05:01:37.316" v="2718" actId="1076"/>
        <pc:sldMkLst>
          <pc:docMk/>
          <pc:sldMk cId="1469041082" sldId="312"/>
        </pc:sldMkLst>
        <pc:spChg chg="del">
          <ac:chgData name="Guo Dong 1" userId="2f33b0b0-0dcf-4a45-8129-489f6a6f99e1" providerId="ADAL" clId="{C76313CE-F178-40CA-96CE-1AE05AFCE6E5}" dt="2024-03-19T06:58:26.747" v="1319" actId="478"/>
          <ac:spMkLst>
            <pc:docMk/>
            <pc:sldMk cId="1469041082" sldId="312"/>
            <ac:spMk id="2" creationId="{72D49BBB-E44C-BE10-6C3A-40F2F19A9D4B}"/>
          </ac:spMkLst>
        </pc:spChg>
        <pc:spChg chg="del">
          <ac:chgData name="Guo Dong 1" userId="2f33b0b0-0dcf-4a45-8129-489f6a6f99e1" providerId="ADAL" clId="{C76313CE-F178-40CA-96CE-1AE05AFCE6E5}" dt="2024-03-19T07:51:27.400" v="1578" actId="478"/>
          <ac:spMkLst>
            <pc:docMk/>
            <pc:sldMk cId="1469041082" sldId="312"/>
            <ac:spMk id="3" creationId="{56ECFC18-FBE6-50BF-E06A-FDA2F7CED70E}"/>
          </ac:spMkLst>
        </pc:spChg>
        <pc:spChg chg="del">
          <ac:chgData name="Guo Dong 1" userId="2f33b0b0-0dcf-4a45-8129-489f6a6f99e1" providerId="ADAL" clId="{C76313CE-F178-40CA-96CE-1AE05AFCE6E5}" dt="2024-03-19T07:51:26.221" v="1577" actId="478"/>
          <ac:spMkLst>
            <pc:docMk/>
            <pc:sldMk cId="1469041082" sldId="312"/>
            <ac:spMk id="4" creationId="{1A149368-675F-DD71-8424-58D4E61FD770}"/>
          </ac:spMkLst>
        </pc:spChg>
        <pc:spChg chg="del">
          <ac:chgData name="Guo Dong 1" userId="2f33b0b0-0dcf-4a45-8129-489f6a6f99e1" providerId="ADAL" clId="{C76313CE-F178-40CA-96CE-1AE05AFCE6E5}" dt="2024-03-19T07:51:24.084" v="1576" actId="478"/>
          <ac:spMkLst>
            <pc:docMk/>
            <pc:sldMk cId="1469041082" sldId="312"/>
            <ac:spMk id="5" creationId="{B886DEDB-6697-69F1-5B7C-7E80347A676A}"/>
          </ac:spMkLst>
        </pc:spChg>
        <pc:spChg chg="del">
          <ac:chgData name="Guo Dong 1" userId="2f33b0b0-0dcf-4a45-8129-489f6a6f99e1" providerId="ADAL" clId="{C76313CE-F178-40CA-96CE-1AE05AFCE6E5}" dt="2024-03-19T07:52:22.151" v="1607" actId="478"/>
          <ac:spMkLst>
            <pc:docMk/>
            <pc:sldMk cId="1469041082" sldId="312"/>
            <ac:spMk id="9" creationId="{0D9890AC-179D-C29E-099C-29DEE583C449}"/>
          </ac:spMkLst>
        </pc:spChg>
        <pc:spChg chg="del">
          <ac:chgData name="Guo Dong 1" userId="2f33b0b0-0dcf-4a45-8129-489f6a6f99e1" providerId="ADAL" clId="{C76313CE-F178-40CA-96CE-1AE05AFCE6E5}" dt="2024-03-19T07:52:25.236" v="1608" actId="478"/>
          <ac:spMkLst>
            <pc:docMk/>
            <pc:sldMk cId="1469041082" sldId="312"/>
            <ac:spMk id="10" creationId="{E6DCB078-8089-0841-4C2D-236F3E66073B}"/>
          </ac:spMkLst>
        </pc:spChg>
        <pc:spChg chg="add mod">
          <ac:chgData name="Guo Dong 1" userId="2f33b0b0-0dcf-4a45-8129-489f6a6f99e1" providerId="ADAL" clId="{C76313CE-F178-40CA-96CE-1AE05AFCE6E5}" dt="2024-03-19T08:08:38.132" v="2460" actId="1076"/>
          <ac:spMkLst>
            <pc:docMk/>
            <pc:sldMk cId="1469041082" sldId="312"/>
            <ac:spMk id="12" creationId="{AD10B2BB-95CA-849A-EBA2-B1F3DA372565}"/>
          </ac:spMkLst>
        </pc:spChg>
        <pc:spChg chg="add mod">
          <ac:chgData name="Guo Dong 1" userId="2f33b0b0-0dcf-4a45-8129-489f6a6f99e1" providerId="ADAL" clId="{C76313CE-F178-40CA-96CE-1AE05AFCE6E5}" dt="2024-03-19T08:28:10.468" v="2531" actId="1076"/>
          <ac:spMkLst>
            <pc:docMk/>
            <pc:sldMk cId="1469041082" sldId="312"/>
            <ac:spMk id="14" creationId="{D1CD94E8-B8C2-C340-67D4-DDE8AACC542D}"/>
          </ac:spMkLst>
        </pc:spChg>
        <pc:graphicFrameChg chg="add mod modGraphic">
          <ac:chgData name="Guo Dong 1" userId="2f33b0b0-0dcf-4a45-8129-489f6a6f99e1" providerId="ADAL" clId="{C76313CE-F178-40CA-96CE-1AE05AFCE6E5}" dt="2024-03-20T05:01:37.316" v="2718" actId="1076"/>
          <ac:graphicFrameMkLst>
            <pc:docMk/>
            <pc:sldMk cId="1469041082" sldId="312"/>
            <ac:graphicFrameMk id="13" creationId="{1F7FFC84-174E-5272-9F65-77EAB10C552A}"/>
          </ac:graphicFrameMkLst>
        </pc:graphicFrameChg>
      </pc:sldChg>
      <pc:sldChg chg="addSp delSp modSp mod ord">
        <pc:chgData name="Guo Dong 1" userId="2f33b0b0-0dcf-4a45-8129-489f6a6f99e1" providerId="ADAL" clId="{C76313CE-F178-40CA-96CE-1AE05AFCE6E5}" dt="2024-03-20T02:12:56.875" v="2606" actId="1076"/>
        <pc:sldMkLst>
          <pc:docMk/>
          <pc:sldMk cId="3380280435" sldId="313"/>
        </pc:sldMkLst>
        <pc:spChg chg="del">
          <ac:chgData name="Guo Dong 1" userId="2f33b0b0-0dcf-4a45-8129-489f6a6f99e1" providerId="ADAL" clId="{C76313CE-F178-40CA-96CE-1AE05AFCE6E5}" dt="2024-03-19T03:01:08.677" v="457" actId="22"/>
          <ac:spMkLst>
            <pc:docMk/>
            <pc:sldMk cId="3380280435" sldId="313"/>
            <ac:spMk id="2" creationId="{DD208B78-6EF1-C6AF-EACF-D8A295472FC8}"/>
          </ac:spMkLst>
        </pc:spChg>
        <pc:spChg chg="mod">
          <ac:chgData name="Guo Dong 1" userId="2f33b0b0-0dcf-4a45-8129-489f6a6f99e1" providerId="ADAL" clId="{C76313CE-F178-40CA-96CE-1AE05AFCE6E5}" dt="2024-03-19T08:31:45.692" v="2535" actId="1076"/>
          <ac:spMkLst>
            <pc:docMk/>
            <pc:sldMk cId="3380280435" sldId="313"/>
            <ac:spMk id="4" creationId="{39CC51AB-634D-2BE4-477E-D737D2CFCA8B}"/>
          </ac:spMkLst>
        </pc:spChg>
        <pc:spChg chg="mod">
          <ac:chgData name="Guo Dong 1" userId="2f33b0b0-0dcf-4a45-8129-489f6a6f99e1" providerId="ADAL" clId="{C76313CE-F178-40CA-96CE-1AE05AFCE6E5}" dt="2024-03-19T08:27:43.704" v="2525" actId="14"/>
          <ac:spMkLst>
            <pc:docMk/>
            <pc:sldMk cId="3380280435" sldId="313"/>
            <ac:spMk id="5" creationId="{2E17C3D9-8EDF-318F-51CC-0EC9127DC591}"/>
          </ac:spMkLst>
        </pc:spChg>
        <pc:spChg chg="add mod">
          <ac:chgData name="Guo Dong 1" userId="2f33b0b0-0dcf-4a45-8129-489f6a6f99e1" providerId="ADAL" clId="{C76313CE-F178-40CA-96CE-1AE05AFCE6E5}" dt="2024-03-20T02:12:56.875" v="2606" actId="1076"/>
          <ac:spMkLst>
            <pc:docMk/>
            <pc:sldMk cId="3380280435" sldId="313"/>
            <ac:spMk id="10" creationId="{FFC98EBC-487E-E08F-BEBB-522939C7F0A7}"/>
          </ac:spMkLst>
        </pc:spChg>
        <pc:spChg chg="add del mod">
          <ac:chgData name="Guo Dong 1" userId="2f33b0b0-0dcf-4a45-8129-489f6a6f99e1" providerId="ADAL" clId="{C76313CE-F178-40CA-96CE-1AE05AFCE6E5}" dt="2024-03-19T03:01:20.504" v="462" actId="478"/>
          <ac:spMkLst>
            <pc:docMk/>
            <pc:sldMk cId="3380280435" sldId="313"/>
            <ac:spMk id="12" creationId="{FA80A5B9-F708-3903-3952-32AB1D026D8F}"/>
          </ac:spMkLst>
        </pc:spChg>
        <pc:picChg chg="add mod">
          <ac:chgData name="Guo Dong 1" userId="2f33b0b0-0dcf-4a45-8129-489f6a6f99e1" providerId="ADAL" clId="{C76313CE-F178-40CA-96CE-1AE05AFCE6E5}" dt="2024-03-19T08:26:57.710" v="2509" actId="1076"/>
          <ac:picMkLst>
            <pc:docMk/>
            <pc:sldMk cId="3380280435" sldId="313"/>
            <ac:picMk id="9" creationId="{21B9C7DE-CF9A-A26E-9B3D-8C3201300D26}"/>
          </ac:picMkLst>
        </pc:picChg>
        <pc:picChg chg="add del mod ord">
          <ac:chgData name="Guo Dong 1" userId="2f33b0b0-0dcf-4a45-8129-489f6a6f99e1" providerId="ADAL" clId="{C76313CE-F178-40CA-96CE-1AE05AFCE6E5}" dt="2024-03-19T03:01:18.556" v="461" actId="478"/>
          <ac:picMkLst>
            <pc:docMk/>
            <pc:sldMk cId="3380280435" sldId="313"/>
            <ac:picMk id="10" creationId="{C085A09A-4C9A-4DF0-08EB-E2EE908FDEBC}"/>
          </ac:picMkLst>
        </pc:picChg>
        <pc:picChg chg="add del mod">
          <ac:chgData name="Guo Dong 1" userId="2f33b0b0-0dcf-4a45-8129-489f6a6f99e1" providerId="ADAL" clId="{C76313CE-F178-40CA-96CE-1AE05AFCE6E5}" dt="2024-03-19T03:02:13.040" v="468" actId="21"/>
          <ac:picMkLst>
            <pc:docMk/>
            <pc:sldMk cId="3380280435" sldId="313"/>
            <ac:picMk id="14" creationId="{C16E68D7-DF15-60E1-F850-FB3C7170511A}"/>
          </ac:picMkLst>
        </pc:picChg>
        <pc:picChg chg="add del mod">
          <ac:chgData name="Guo Dong 1" userId="2f33b0b0-0dcf-4a45-8129-489f6a6f99e1" providerId="ADAL" clId="{C76313CE-F178-40CA-96CE-1AE05AFCE6E5}" dt="2024-03-19T05:09:49.066" v="471" actId="478"/>
          <ac:picMkLst>
            <pc:docMk/>
            <pc:sldMk cId="3380280435" sldId="313"/>
            <ac:picMk id="15" creationId="{BB80C9CB-E9DE-D6CF-D237-E684ABF8BE98}"/>
          </ac:picMkLst>
        </pc:picChg>
      </pc:sldChg>
      <pc:sldChg chg="addSp delSp modSp mod">
        <pc:chgData name="Guo Dong 1" userId="2f33b0b0-0dcf-4a45-8129-489f6a6f99e1" providerId="ADAL" clId="{C76313CE-F178-40CA-96CE-1AE05AFCE6E5}" dt="2024-03-19T02:34:17.488" v="125" actId="14100"/>
        <pc:sldMkLst>
          <pc:docMk/>
          <pc:sldMk cId="499382344" sldId="314"/>
        </pc:sldMkLst>
        <pc:spChg chg="add del">
          <ac:chgData name="Guo Dong 1" userId="2f33b0b0-0dcf-4a45-8129-489f6a6f99e1" providerId="ADAL" clId="{C76313CE-F178-40CA-96CE-1AE05AFCE6E5}" dt="2024-03-19T02:26:35.960" v="82" actId="21"/>
          <ac:spMkLst>
            <pc:docMk/>
            <pc:sldMk cId="499382344" sldId="314"/>
            <ac:spMk id="2" creationId="{B0BA1926-2C3D-B519-2B77-7DA9BD2557FB}"/>
          </ac:spMkLst>
        </pc:spChg>
        <pc:spChg chg="add del mod">
          <ac:chgData name="Guo Dong 1" userId="2f33b0b0-0dcf-4a45-8129-489f6a6f99e1" providerId="ADAL" clId="{C76313CE-F178-40CA-96CE-1AE05AFCE6E5}" dt="2024-03-19T02:34:17.488" v="125" actId="14100"/>
          <ac:spMkLst>
            <pc:docMk/>
            <pc:sldMk cId="499382344" sldId="314"/>
            <ac:spMk id="8" creationId="{1DBD5B37-4DEF-657A-F6D9-C5000CA034FF}"/>
          </ac:spMkLst>
        </pc:spChg>
        <pc:spChg chg="add del">
          <ac:chgData name="Guo Dong 1" userId="2f33b0b0-0dcf-4a45-8129-489f6a6f99e1" providerId="ADAL" clId="{C76313CE-F178-40CA-96CE-1AE05AFCE6E5}" dt="2024-03-19T02:26:31.388" v="74" actId="21"/>
          <ac:spMkLst>
            <pc:docMk/>
            <pc:sldMk cId="499382344" sldId="314"/>
            <ac:spMk id="9" creationId="{D18D45C2-6571-A205-C1E6-CD4B2DDB1D20}"/>
          </ac:spMkLst>
        </pc:spChg>
        <pc:spChg chg="add del mod">
          <ac:chgData name="Guo Dong 1" userId="2f33b0b0-0dcf-4a45-8129-489f6a6f99e1" providerId="ADAL" clId="{C76313CE-F178-40CA-96CE-1AE05AFCE6E5}" dt="2024-03-19T02:26:35.960" v="82" actId="21"/>
          <ac:spMkLst>
            <pc:docMk/>
            <pc:sldMk cId="499382344" sldId="314"/>
            <ac:spMk id="11" creationId="{C33C3604-EDB7-68D8-F43B-079CC9E7BE47}"/>
          </ac:spMkLst>
        </pc:spChg>
        <pc:spChg chg="add del mod">
          <ac:chgData name="Guo Dong 1" userId="2f33b0b0-0dcf-4a45-8129-489f6a6f99e1" providerId="ADAL" clId="{C76313CE-F178-40CA-96CE-1AE05AFCE6E5}" dt="2024-03-19T02:26:34.375" v="79" actId="21"/>
          <ac:spMkLst>
            <pc:docMk/>
            <pc:sldMk cId="499382344" sldId="314"/>
            <ac:spMk id="13" creationId="{7C17853A-7B00-547A-5ACB-49E78F29FD2E}"/>
          </ac:spMkLst>
        </pc:spChg>
        <pc:spChg chg="add del mod">
          <ac:chgData name="Guo Dong 1" userId="2f33b0b0-0dcf-4a45-8129-489f6a6f99e1" providerId="ADAL" clId="{C76313CE-F178-40CA-96CE-1AE05AFCE6E5}" dt="2024-03-19T02:26:31.388" v="74" actId="21"/>
          <ac:spMkLst>
            <pc:docMk/>
            <pc:sldMk cId="499382344" sldId="314"/>
            <ac:spMk id="15" creationId="{36F12E57-D947-DDA7-9B41-7B805AAB1FD2}"/>
          </ac:spMkLst>
        </pc:spChg>
        <pc:spChg chg="add del mod">
          <ac:chgData name="Guo Dong 1" userId="2f33b0b0-0dcf-4a45-8129-489f6a6f99e1" providerId="ADAL" clId="{C76313CE-F178-40CA-96CE-1AE05AFCE6E5}" dt="2024-03-19T02:26:30.960" v="73"/>
          <ac:spMkLst>
            <pc:docMk/>
            <pc:sldMk cId="499382344" sldId="314"/>
            <ac:spMk id="16" creationId="{607EDFCE-F42E-8B31-BB1F-33A9EA1A852E}"/>
          </ac:spMkLst>
        </pc:spChg>
      </pc:sldChg>
      <pc:sldChg chg="addSp delSp modSp mod">
        <pc:chgData name="Guo Dong 1" userId="2f33b0b0-0dcf-4a45-8129-489f6a6f99e1" providerId="ADAL" clId="{C76313CE-F178-40CA-96CE-1AE05AFCE6E5}" dt="2024-03-20T06:05:40.485" v="2761" actId="1037"/>
        <pc:sldMkLst>
          <pc:docMk/>
          <pc:sldMk cId="1294180730" sldId="315"/>
        </pc:sldMkLst>
        <pc:picChg chg="add mod">
          <ac:chgData name="Guo Dong 1" userId="2f33b0b0-0dcf-4a45-8129-489f6a6f99e1" providerId="ADAL" clId="{C76313CE-F178-40CA-96CE-1AE05AFCE6E5}" dt="2024-03-20T06:05:40.485" v="2761" actId="1037"/>
          <ac:picMkLst>
            <pc:docMk/>
            <pc:sldMk cId="1294180730" sldId="315"/>
            <ac:picMk id="4" creationId="{AEF526B6-DCBF-1909-B002-F805A90FC74C}"/>
          </ac:picMkLst>
        </pc:picChg>
        <pc:picChg chg="del mod ord">
          <ac:chgData name="Guo Dong 1" userId="2f33b0b0-0dcf-4a45-8129-489f6a6f99e1" providerId="ADAL" clId="{C76313CE-F178-40CA-96CE-1AE05AFCE6E5}" dt="2024-03-20T06:00:31.078" v="2719" actId="478"/>
          <ac:picMkLst>
            <pc:docMk/>
            <pc:sldMk cId="1294180730" sldId="315"/>
            <ac:picMk id="18" creationId="{5B0E8018-EE5C-A944-530A-9ADA1FDA0128}"/>
          </ac:picMkLst>
        </pc:picChg>
      </pc:sldChg>
      <pc:sldChg chg="addSp delSp modSp mod ord">
        <pc:chgData name="Guo Dong 1" userId="2f33b0b0-0dcf-4a45-8129-489f6a6f99e1" providerId="ADAL" clId="{C76313CE-F178-40CA-96CE-1AE05AFCE6E5}" dt="2024-03-20T02:14:09.342" v="2616" actId="1036"/>
        <pc:sldMkLst>
          <pc:docMk/>
          <pc:sldMk cId="856580495" sldId="316"/>
        </pc:sldMkLst>
        <pc:spChg chg="mod">
          <ac:chgData name="Guo Dong 1" userId="2f33b0b0-0dcf-4a45-8129-489f6a6f99e1" providerId="ADAL" clId="{C76313CE-F178-40CA-96CE-1AE05AFCE6E5}" dt="2024-03-19T02:43:14.857" v="442" actId="14100"/>
          <ac:spMkLst>
            <pc:docMk/>
            <pc:sldMk cId="856580495" sldId="316"/>
            <ac:spMk id="2" creationId="{7A4B9D4B-77AB-7BDA-858D-C413F4C42BD0}"/>
          </ac:spMkLst>
        </pc:spChg>
        <pc:spChg chg="add mod">
          <ac:chgData name="Guo Dong 1" userId="2f33b0b0-0dcf-4a45-8129-489f6a6f99e1" providerId="ADAL" clId="{C76313CE-F178-40CA-96CE-1AE05AFCE6E5}" dt="2024-03-20T02:14:04.278" v="2611" actId="1076"/>
          <ac:spMkLst>
            <pc:docMk/>
            <pc:sldMk cId="856580495" sldId="316"/>
            <ac:spMk id="3" creationId="{79E4A3E5-FDC8-D46C-2014-3C937A921D06}"/>
          </ac:spMkLst>
        </pc:spChg>
        <pc:spChg chg="add del">
          <ac:chgData name="Guo Dong 1" userId="2f33b0b0-0dcf-4a45-8129-489f6a6f99e1" providerId="ADAL" clId="{C76313CE-F178-40CA-96CE-1AE05AFCE6E5}" dt="2024-03-19T01:10:25.457" v="48" actId="478"/>
          <ac:spMkLst>
            <pc:docMk/>
            <pc:sldMk cId="856580495" sldId="316"/>
            <ac:spMk id="3" creationId="{A78810FC-343B-39D8-4D5E-41B1A037F5A2}"/>
          </ac:spMkLst>
        </pc:spChg>
        <pc:spChg chg="del">
          <ac:chgData name="Guo Dong 1" userId="2f33b0b0-0dcf-4a45-8129-489f6a6f99e1" providerId="ADAL" clId="{C76313CE-F178-40CA-96CE-1AE05AFCE6E5}" dt="2024-03-19T01:10:27.977" v="49" actId="478"/>
          <ac:spMkLst>
            <pc:docMk/>
            <pc:sldMk cId="856580495" sldId="316"/>
            <ac:spMk id="4" creationId="{18A7F350-E5AF-458B-2880-45E1E10C6F78}"/>
          </ac:spMkLst>
        </pc:spChg>
        <pc:spChg chg="add mod">
          <ac:chgData name="Guo Dong 1" userId="2f33b0b0-0dcf-4a45-8129-489f6a6f99e1" providerId="ADAL" clId="{C76313CE-F178-40CA-96CE-1AE05AFCE6E5}" dt="2024-03-19T06:49:22.781" v="1318" actId="207"/>
          <ac:spMkLst>
            <pc:docMk/>
            <pc:sldMk cId="856580495" sldId="316"/>
            <ac:spMk id="13" creationId="{BA2E73DC-7D00-A568-A472-18DED7153D54}"/>
          </ac:spMkLst>
        </pc:spChg>
        <pc:graphicFrameChg chg="add mod modGraphic">
          <ac:chgData name="Guo Dong 1" userId="2f33b0b0-0dcf-4a45-8129-489f6a6f99e1" providerId="ADAL" clId="{C76313CE-F178-40CA-96CE-1AE05AFCE6E5}" dt="2024-03-19T02:43:26.598" v="446" actId="14100"/>
          <ac:graphicFrameMkLst>
            <pc:docMk/>
            <pc:sldMk cId="856580495" sldId="316"/>
            <ac:graphicFrameMk id="12" creationId="{B9FB6720-06ED-4F9D-DB2D-D31CE3A7126C}"/>
          </ac:graphicFrameMkLst>
        </pc:graphicFrameChg>
        <pc:picChg chg="add del mod">
          <ac:chgData name="Guo Dong 1" userId="2f33b0b0-0dcf-4a45-8129-489f6a6f99e1" providerId="ADAL" clId="{C76313CE-F178-40CA-96CE-1AE05AFCE6E5}" dt="2024-03-19T01:10:22.404" v="47" actId="931"/>
          <ac:picMkLst>
            <pc:docMk/>
            <pc:sldMk cId="856580495" sldId="316"/>
            <ac:picMk id="9" creationId="{14AA93C1-1067-CE6C-7B22-DDCC4E882E59}"/>
          </ac:picMkLst>
        </pc:picChg>
        <pc:picChg chg="add mod ord">
          <ac:chgData name="Guo Dong 1" userId="2f33b0b0-0dcf-4a45-8129-489f6a6f99e1" providerId="ADAL" clId="{C76313CE-F178-40CA-96CE-1AE05AFCE6E5}" dt="2024-03-20T02:14:09.342" v="2616" actId="1036"/>
          <ac:picMkLst>
            <pc:docMk/>
            <pc:sldMk cId="856580495" sldId="316"/>
            <ac:picMk id="11" creationId="{BCB89420-C9BD-C3E1-AD63-858B5460EDD1}"/>
          </ac:picMkLst>
        </pc:picChg>
      </pc:sldChg>
      <pc:sldChg chg="addSp modSp mod">
        <pc:chgData name="Guo Dong 1" userId="2f33b0b0-0dcf-4a45-8129-489f6a6f99e1" providerId="ADAL" clId="{C76313CE-F178-40CA-96CE-1AE05AFCE6E5}" dt="2024-03-20T06:05:35" v="2750" actId="1440"/>
        <pc:sldMkLst>
          <pc:docMk/>
          <pc:sldMk cId="3445942681" sldId="317"/>
        </pc:sldMkLst>
        <pc:spChg chg="add mod">
          <ac:chgData name="Guo Dong 1" userId="2f33b0b0-0dcf-4a45-8129-489f6a6f99e1" providerId="ADAL" clId="{C76313CE-F178-40CA-96CE-1AE05AFCE6E5}" dt="2024-03-20T02:19:17.554" v="2713" actId="1076"/>
          <ac:spMkLst>
            <pc:docMk/>
            <pc:sldMk cId="3445942681" sldId="317"/>
            <ac:spMk id="2" creationId="{C8C7888D-3579-B0F9-C81F-351CD17939D3}"/>
          </ac:spMkLst>
        </pc:spChg>
        <pc:spChg chg="mod">
          <ac:chgData name="Guo Dong 1" userId="2f33b0b0-0dcf-4a45-8129-489f6a6f99e1" providerId="ADAL" clId="{C76313CE-F178-40CA-96CE-1AE05AFCE6E5}" dt="2024-03-19T07:16:38.113" v="1334" actId="20577"/>
          <ac:spMkLst>
            <pc:docMk/>
            <pc:sldMk cId="3445942681" sldId="317"/>
            <ac:spMk id="3" creationId="{6E63AD6D-4316-F27D-49A4-3593846B054C}"/>
          </ac:spMkLst>
        </pc:spChg>
        <pc:picChg chg="mod">
          <ac:chgData name="Guo Dong 1" userId="2f33b0b0-0dcf-4a45-8129-489f6a6f99e1" providerId="ADAL" clId="{C76313CE-F178-40CA-96CE-1AE05AFCE6E5}" dt="2024-03-20T06:05:35" v="2750" actId="1440"/>
          <ac:picMkLst>
            <pc:docMk/>
            <pc:sldMk cId="3445942681" sldId="317"/>
            <ac:picMk id="12" creationId="{78705EDD-4D3A-E4C2-F18D-441A3F73F3EE}"/>
          </ac:picMkLst>
        </pc:picChg>
        <pc:picChg chg="mod">
          <ac:chgData name="Guo Dong 1" userId="2f33b0b0-0dcf-4a45-8129-489f6a6f99e1" providerId="ADAL" clId="{C76313CE-F178-40CA-96CE-1AE05AFCE6E5}" dt="2024-03-20T06:05:34.266" v="2749" actId="1440"/>
          <ac:picMkLst>
            <pc:docMk/>
            <pc:sldMk cId="3445942681" sldId="317"/>
            <ac:picMk id="14" creationId="{9D0AA8A1-7543-C0AA-704B-65E0308C90CD}"/>
          </ac:picMkLst>
        </pc:picChg>
      </pc:sldChg>
      <pc:sldChg chg="addSp delSp modSp new mod">
        <pc:chgData name="Guo Dong 1" userId="2f33b0b0-0dcf-4a45-8129-489f6a6f99e1" providerId="ADAL" clId="{C76313CE-F178-40CA-96CE-1AE05AFCE6E5}" dt="2024-03-20T02:16:49.258" v="2651" actId="1076"/>
        <pc:sldMkLst>
          <pc:docMk/>
          <pc:sldMk cId="2980342405" sldId="318"/>
        </pc:sldMkLst>
        <pc:spChg chg="mod">
          <ac:chgData name="Guo Dong 1" userId="2f33b0b0-0dcf-4a45-8129-489f6a6f99e1" providerId="ADAL" clId="{C76313CE-F178-40CA-96CE-1AE05AFCE6E5}" dt="2024-03-19T08:28:30.190" v="2533" actId="1076"/>
          <ac:spMkLst>
            <pc:docMk/>
            <pc:sldMk cId="2980342405" sldId="318"/>
            <ac:spMk id="2" creationId="{3B3F943D-C2A4-EB60-65F1-AEF026F09AE0}"/>
          </ac:spMkLst>
        </pc:spChg>
        <pc:spChg chg="mod">
          <ac:chgData name="Guo Dong 1" userId="2f33b0b0-0dcf-4a45-8129-489f6a6f99e1" providerId="ADAL" clId="{C76313CE-F178-40CA-96CE-1AE05AFCE6E5}" dt="2024-03-19T08:28:28.253" v="2532" actId="1076"/>
          <ac:spMkLst>
            <pc:docMk/>
            <pc:sldMk cId="2980342405" sldId="318"/>
            <ac:spMk id="3" creationId="{A9700799-2525-9A5E-F452-F65BF7A34DC0}"/>
          </ac:spMkLst>
        </pc:spChg>
        <pc:spChg chg="del">
          <ac:chgData name="Guo Dong 1" userId="2f33b0b0-0dcf-4a45-8129-489f6a6f99e1" providerId="ADAL" clId="{C76313CE-F178-40CA-96CE-1AE05AFCE6E5}" dt="2024-03-19T06:41:58.290" v="1309" actId="478"/>
          <ac:spMkLst>
            <pc:docMk/>
            <pc:sldMk cId="2980342405" sldId="318"/>
            <ac:spMk id="4" creationId="{703836FB-D074-0FDE-F167-685234EC1B3E}"/>
          </ac:spMkLst>
        </pc:spChg>
        <pc:spChg chg="add mod">
          <ac:chgData name="Guo Dong 1" userId="2f33b0b0-0dcf-4a45-8129-489f6a6f99e1" providerId="ADAL" clId="{C76313CE-F178-40CA-96CE-1AE05AFCE6E5}" dt="2024-03-20T02:16:49.258" v="2651" actId="1076"/>
          <ac:spMkLst>
            <pc:docMk/>
            <pc:sldMk cId="2980342405" sldId="318"/>
            <ac:spMk id="10" creationId="{C46CCCBF-36B0-4FF7-AB66-C16C51B1532C}"/>
          </ac:spMkLst>
        </pc:spChg>
        <pc:picChg chg="add mod">
          <ac:chgData name="Guo Dong 1" userId="2f33b0b0-0dcf-4a45-8129-489f6a6f99e1" providerId="ADAL" clId="{C76313CE-F178-40CA-96CE-1AE05AFCE6E5}" dt="2024-03-19T06:49:07.373" v="1317" actId="1076"/>
          <ac:picMkLst>
            <pc:docMk/>
            <pc:sldMk cId="2980342405" sldId="318"/>
            <ac:picMk id="9" creationId="{3E109C5A-B1F2-29E4-43C7-8F54F264496B}"/>
          </ac:picMkLst>
        </pc:picChg>
      </pc:sldChg>
      <pc:sldChg chg="addSp delSp modSp new mod">
        <pc:chgData name="Guo Dong 1" userId="2f33b0b0-0dcf-4a45-8129-489f6a6f99e1" providerId="ADAL" clId="{C76313CE-F178-40CA-96CE-1AE05AFCE6E5}" dt="2024-03-20T02:17:49.733" v="2660" actId="1036"/>
        <pc:sldMkLst>
          <pc:docMk/>
          <pc:sldMk cId="946536759" sldId="319"/>
        </pc:sldMkLst>
        <pc:spChg chg="mod">
          <ac:chgData name="Guo Dong 1" userId="2f33b0b0-0dcf-4a45-8129-489f6a6f99e1" providerId="ADAL" clId="{C76313CE-F178-40CA-96CE-1AE05AFCE6E5}" dt="2024-03-19T07:50:11.847" v="1551" actId="1076"/>
          <ac:spMkLst>
            <pc:docMk/>
            <pc:sldMk cId="946536759" sldId="319"/>
            <ac:spMk id="2" creationId="{DA26880B-3EAC-F920-E2B2-0AD87CC62D64}"/>
          </ac:spMkLst>
        </pc:spChg>
        <pc:spChg chg="mod">
          <ac:chgData name="Guo Dong 1" userId="2f33b0b0-0dcf-4a45-8129-489f6a6f99e1" providerId="ADAL" clId="{C76313CE-F178-40CA-96CE-1AE05AFCE6E5}" dt="2024-03-19T07:50:08.513" v="1550" actId="1076"/>
          <ac:spMkLst>
            <pc:docMk/>
            <pc:sldMk cId="946536759" sldId="319"/>
            <ac:spMk id="3" creationId="{B41606F2-B195-BB95-ABE9-7B47F96F0610}"/>
          </ac:spMkLst>
        </pc:spChg>
        <pc:spChg chg="mod">
          <ac:chgData name="Guo Dong 1" userId="2f33b0b0-0dcf-4a45-8129-489f6a6f99e1" providerId="ADAL" clId="{C76313CE-F178-40CA-96CE-1AE05AFCE6E5}" dt="2024-03-20T02:17:49.733" v="2660" actId="1036"/>
          <ac:spMkLst>
            <pc:docMk/>
            <pc:sldMk cId="946536759" sldId="319"/>
            <ac:spMk id="4" creationId="{040AF7B0-2E14-3221-F277-1F902BD471F5}"/>
          </ac:spMkLst>
        </pc:spChg>
        <pc:spChg chg="add mod">
          <ac:chgData name="Guo Dong 1" userId="2f33b0b0-0dcf-4a45-8129-489f6a6f99e1" providerId="ADAL" clId="{C76313CE-F178-40CA-96CE-1AE05AFCE6E5}" dt="2024-03-20T02:17:44.535" v="2654" actId="1076"/>
          <ac:spMkLst>
            <pc:docMk/>
            <pc:sldMk cId="946536759" sldId="319"/>
            <ac:spMk id="12" creationId="{16191842-4890-2347-499C-A26F0925E00D}"/>
          </ac:spMkLst>
        </pc:spChg>
        <pc:picChg chg="add del mod">
          <ac:chgData name="Guo Dong 1" userId="2f33b0b0-0dcf-4a45-8129-489f6a6f99e1" providerId="ADAL" clId="{C76313CE-F178-40CA-96CE-1AE05AFCE6E5}" dt="2024-03-19T07:25:47.947" v="1405" actId="478"/>
          <ac:picMkLst>
            <pc:docMk/>
            <pc:sldMk cId="946536759" sldId="319"/>
            <ac:picMk id="9" creationId="{1A504BCE-F208-3B9A-E842-CAF5636E2135}"/>
          </ac:picMkLst>
        </pc:picChg>
        <pc:picChg chg="add mod">
          <ac:chgData name="Guo Dong 1" userId="2f33b0b0-0dcf-4a45-8129-489f6a6f99e1" providerId="ADAL" clId="{C76313CE-F178-40CA-96CE-1AE05AFCE6E5}" dt="2024-03-19T07:49:56.233" v="1548" actId="1076"/>
          <ac:picMkLst>
            <pc:docMk/>
            <pc:sldMk cId="946536759" sldId="319"/>
            <ac:picMk id="11" creationId="{46559402-6C71-EE9E-19F4-C2F8295CD4E3}"/>
          </ac:picMkLst>
        </pc:picChg>
      </pc:sldChg>
      <pc:sldChg chg="addSp delSp modSp new mod modNotesTx">
        <pc:chgData name="Guo Dong 1" userId="2f33b0b0-0dcf-4a45-8129-489f6a6f99e1" providerId="ADAL" clId="{C76313CE-F178-40CA-96CE-1AE05AFCE6E5}" dt="2024-03-20T08:09:34.418" v="2889"/>
        <pc:sldMkLst>
          <pc:docMk/>
          <pc:sldMk cId="4059728956" sldId="320"/>
        </pc:sldMkLst>
        <pc:spChg chg="mod">
          <ac:chgData name="Guo Dong 1" userId="2f33b0b0-0dcf-4a45-8129-489f6a6f99e1" providerId="ADAL" clId="{C76313CE-F178-40CA-96CE-1AE05AFCE6E5}" dt="2024-03-20T07:58:18.218" v="2824" actId="404"/>
          <ac:spMkLst>
            <pc:docMk/>
            <pc:sldMk cId="4059728956" sldId="320"/>
            <ac:spMk id="2" creationId="{D7F8FAD6-AD84-3D27-D660-E1BE4C06648E}"/>
          </ac:spMkLst>
        </pc:spChg>
        <pc:spChg chg="del">
          <ac:chgData name="Guo Dong 1" userId="2f33b0b0-0dcf-4a45-8129-489f6a6f99e1" providerId="ADAL" clId="{C76313CE-F178-40CA-96CE-1AE05AFCE6E5}" dt="2024-03-20T07:55:08.477" v="2804" actId="478"/>
          <ac:spMkLst>
            <pc:docMk/>
            <pc:sldMk cId="4059728956" sldId="320"/>
            <ac:spMk id="3" creationId="{04E0B5E3-A86C-0F6E-6B8C-14841AD4C25F}"/>
          </ac:spMkLst>
        </pc:spChg>
        <pc:spChg chg="del">
          <ac:chgData name="Guo Dong 1" userId="2f33b0b0-0dcf-4a45-8129-489f6a6f99e1" providerId="ADAL" clId="{C76313CE-F178-40CA-96CE-1AE05AFCE6E5}" dt="2024-03-20T06:07:00.613" v="2796" actId="478"/>
          <ac:spMkLst>
            <pc:docMk/>
            <pc:sldMk cId="4059728956" sldId="320"/>
            <ac:spMk id="7" creationId="{FF47BAD4-8779-9BF9-C08D-0CDD7FF33252}"/>
          </ac:spMkLst>
        </pc:spChg>
        <pc:spChg chg="add mod">
          <ac:chgData name="Guo Dong 1" userId="2f33b0b0-0dcf-4a45-8129-489f6a6f99e1" providerId="ADAL" clId="{C76313CE-F178-40CA-96CE-1AE05AFCE6E5}" dt="2024-03-20T08:01:25.075" v="2855" actId="1076"/>
          <ac:spMkLst>
            <pc:docMk/>
            <pc:sldMk cId="4059728956" sldId="320"/>
            <ac:spMk id="16" creationId="{AC4AB5A3-920F-E9EB-C62C-2FD826C9B97F}"/>
          </ac:spMkLst>
        </pc:spChg>
        <pc:spChg chg="add mod">
          <ac:chgData name="Guo Dong 1" userId="2f33b0b0-0dcf-4a45-8129-489f6a6f99e1" providerId="ADAL" clId="{C76313CE-F178-40CA-96CE-1AE05AFCE6E5}" dt="2024-03-20T08:02:19.960" v="2866" actId="1076"/>
          <ac:spMkLst>
            <pc:docMk/>
            <pc:sldMk cId="4059728956" sldId="320"/>
            <ac:spMk id="17" creationId="{38B15C74-CA99-3843-4195-BD56CA7AABBC}"/>
          </ac:spMkLst>
        </pc:spChg>
        <pc:spChg chg="add mod">
          <ac:chgData name="Guo Dong 1" userId="2f33b0b0-0dcf-4a45-8129-489f6a6f99e1" providerId="ADAL" clId="{C76313CE-F178-40CA-96CE-1AE05AFCE6E5}" dt="2024-03-20T08:02:47.367" v="2872" actId="1076"/>
          <ac:spMkLst>
            <pc:docMk/>
            <pc:sldMk cId="4059728956" sldId="320"/>
            <ac:spMk id="18" creationId="{7CF96F53-C8CE-D312-7FEF-33E876127FE4}"/>
          </ac:spMkLst>
        </pc:spChg>
        <pc:spChg chg="add mod">
          <ac:chgData name="Guo Dong 1" userId="2f33b0b0-0dcf-4a45-8129-489f6a6f99e1" providerId="ADAL" clId="{C76313CE-F178-40CA-96CE-1AE05AFCE6E5}" dt="2024-03-20T08:07:50.886" v="2879" actId="1076"/>
          <ac:spMkLst>
            <pc:docMk/>
            <pc:sldMk cId="4059728956" sldId="320"/>
            <ac:spMk id="19" creationId="{F75436ED-66BC-3E20-51DF-C346299DC927}"/>
          </ac:spMkLst>
        </pc:spChg>
        <pc:spChg chg="add mod">
          <ac:chgData name="Guo Dong 1" userId="2f33b0b0-0dcf-4a45-8129-489f6a6f99e1" providerId="ADAL" clId="{C76313CE-F178-40CA-96CE-1AE05AFCE6E5}" dt="2024-03-20T08:08:23.973" v="2885" actId="1076"/>
          <ac:spMkLst>
            <pc:docMk/>
            <pc:sldMk cId="4059728956" sldId="320"/>
            <ac:spMk id="20" creationId="{6905A7EF-8654-4C39-91CB-BFBFFEE4866D}"/>
          </ac:spMkLst>
        </pc:spChg>
        <pc:picChg chg="add mod">
          <ac:chgData name="Guo Dong 1" userId="2f33b0b0-0dcf-4a45-8129-489f6a6f99e1" providerId="ADAL" clId="{C76313CE-F178-40CA-96CE-1AE05AFCE6E5}" dt="2024-03-20T08:00:36.228" v="2838" actId="14100"/>
          <ac:picMkLst>
            <pc:docMk/>
            <pc:sldMk cId="4059728956" sldId="320"/>
            <ac:picMk id="9" creationId="{1C3E6471-6BF3-1FA5-4641-5823FC88B2BC}"/>
          </ac:picMkLst>
        </pc:picChg>
        <pc:picChg chg="add mod">
          <ac:chgData name="Guo Dong 1" userId="2f33b0b0-0dcf-4a45-8129-489f6a6f99e1" providerId="ADAL" clId="{C76313CE-F178-40CA-96CE-1AE05AFCE6E5}" dt="2024-03-20T08:00:41.629" v="2840" actId="1076"/>
          <ac:picMkLst>
            <pc:docMk/>
            <pc:sldMk cId="4059728956" sldId="320"/>
            <ac:picMk id="11" creationId="{9066AABA-E342-B35A-752E-7A170F9FFA79}"/>
          </ac:picMkLst>
        </pc:picChg>
        <pc:picChg chg="add mod">
          <ac:chgData name="Guo Dong 1" userId="2f33b0b0-0dcf-4a45-8129-489f6a6f99e1" providerId="ADAL" clId="{C76313CE-F178-40CA-96CE-1AE05AFCE6E5}" dt="2024-03-20T08:01:39.976" v="2858" actId="1076"/>
          <ac:picMkLst>
            <pc:docMk/>
            <pc:sldMk cId="4059728956" sldId="320"/>
            <ac:picMk id="13" creationId="{6FAEA766-16DC-0FA0-554E-BD047291E1BA}"/>
          </ac:picMkLst>
        </pc:picChg>
        <pc:picChg chg="add mod">
          <ac:chgData name="Guo Dong 1" userId="2f33b0b0-0dcf-4a45-8129-489f6a6f99e1" providerId="ADAL" clId="{C76313CE-F178-40CA-96CE-1AE05AFCE6E5}" dt="2024-03-20T08:02:57.842" v="2873" actId="1076"/>
          <ac:picMkLst>
            <pc:docMk/>
            <pc:sldMk cId="4059728956" sldId="320"/>
            <ac:picMk id="15" creationId="{A681E156-5AA9-EFC6-9EC7-B7B19973C317}"/>
          </ac:picMkLst>
        </pc:picChg>
      </pc:sldChg>
      <pc:sldChg chg="addSp delSp modSp new mod">
        <pc:chgData name="Guo Dong 1" userId="2f33b0b0-0dcf-4a45-8129-489f6a6f99e1" providerId="ADAL" clId="{C76313CE-F178-40CA-96CE-1AE05AFCE6E5}" dt="2024-03-20T09:40:44.708" v="3268" actId="255"/>
        <pc:sldMkLst>
          <pc:docMk/>
          <pc:sldMk cId="1903765899" sldId="321"/>
        </pc:sldMkLst>
        <pc:spChg chg="mod">
          <ac:chgData name="Guo Dong 1" userId="2f33b0b0-0dcf-4a45-8129-489f6a6f99e1" providerId="ADAL" clId="{C76313CE-F178-40CA-96CE-1AE05AFCE6E5}" dt="2024-03-20T09:40:44.708" v="3268" actId="255"/>
          <ac:spMkLst>
            <pc:docMk/>
            <pc:sldMk cId="1903765899" sldId="321"/>
            <ac:spMk id="2" creationId="{A58783CB-AA66-3970-BEBD-18BB395FC996}"/>
          </ac:spMkLst>
        </pc:spChg>
        <pc:spChg chg="del">
          <ac:chgData name="Guo Dong 1" userId="2f33b0b0-0dcf-4a45-8129-489f6a6f99e1" providerId="ADAL" clId="{C76313CE-F178-40CA-96CE-1AE05AFCE6E5}" dt="2024-03-20T08:15:40.959" v="2934" actId="478"/>
          <ac:spMkLst>
            <pc:docMk/>
            <pc:sldMk cId="1903765899" sldId="321"/>
            <ac:spMk id="3" creationId="{F92F828E-9B97-EB25-2695-44FB65800EB8}"/>
          </ac:spMkLst>
        </pc:spChg>
        <pc:spChg chg="add mod">
          <ac:chgData name="Guo Dong 1" userId="2f33b0b0-0dcf-4a45-8129-489f6a6f99e1" providerId="ADAL" clId="{C76313CE-F178-40CA-96CE-1AE05AFCE6E5}" dt="2024-03-20T08:20:05.975" v="3002" actId="1076"/>
          <ac:spMkLst>
            <pc:docMk/>
            <pc:sldMk cId="1903765899" sldId="321"/>
            <ac:spMk id="15" creationId="{F836D9BB-E805-3AAD-6F11-44B4CFACD995}"/>
          </ac:spMkLst>
        </pc:spChg>
        <pc:picChg chg="add del mod">
          <ac:chgData name="Guo Dong 1" userId="2f33b0b0-0dcf-4a45-8129-489f6a6f99e1" providerId="ADAL" clId="{C76313CE-F178-40CA-96CE-1AE05AFCE6E5}" dt="2024-03-20T08:17:32.140" v="2951" actId="478"/>
          <ac:picMkLst>
            <pc:docMk/>
            <pc:sldMk cId="1903765899" sldId="321"/>
            <ac:picMk id="8" creationId="{BDDE8042-869E-0338-9EC6-F98E1FC8AF02}"/>
          </ac:picMkLst>
        </pc:picChg>
        <pc:picChg chg="add mod">
          <ac:chgData name="Guo Dong 1" userId="2f33b0b0-0dcf-4a45-8129-489f6a6f99e1" providerId="ADAL" clId="{C76313CE-F178-40CA-96CE-1AE05AFCE6E5}" dt="2024-03-20T08:20:07.274" v="3003" actId="1076"/>
          <ac:picMkLst>
            <pc:docMk/>
            <pc:sldMk cId="1903765899" sldId="321"/>
            <ac:picMk id="10" creationId="{B67682C9-563E-2E8D-F2DA-75CEC72B0C91}"/>
          </ac:picMkLst>
        </pc:picChg>
        <pc:picChg chg="add mod">
          <ac:chgData name="Guo Dong 1" userId="2f33b0b0-0dcf-4a45-8129-489f6a6f99e1" providerId="ADAL" clId="{C76313CE-F178-40CA-96CE-1AE05AFCE6E5}" dt="2024-03-20T08:20:04.188" v="3001" actId="1076"/>
          <ac:picMkLst>
            <pc:docMk/>
            <pc:sldMk cId="1903765899" sldId="321"/>
            <ac:picMk id="12" creationId="{8C3DD8FB-B83F-06C2-2A03-94237DA15C94}"/>
          </ac:picMkLst>
        </pc:picChg>
        <pc:picChg chg="add mod">
          <ac:chgData name="Guo Dong 1" userId="2f33b0b0-0dcf-4a45-8129-489f6a6f99e1" providerId="ADAL" clId="{C76313CE-F178-40CA-96CE-1AE05AFCE6E5}" dt="2024-03-20T08:20:00.140" v="3000" actId="1035"/>
          <ac:picMkLst>
            <pc:docMk/>
            <pc:sldMk cId="1903765899" sldId="321"/>
            <ac:picMk id="14" creationId="{146C8492-396B-6B76-6887-BBE633AFFD1B}"/>
          </ac:picMkLst>
        </pc:picChg>
      </pc:sldChg>
      <pc:sldChg chg="addSp delSp modSp new mod ord">
        <pc:chgData name="Guo Dong 1" userId="2f33b0b0-0dcf-4a45-8129-489f6a6f99e1" providerId="ADAL" clId="{C76313CE-F178-40CA-96CE-1AE05AFCE6E5}" dt="2024-03-20T08:41:53.186" v="3086" actId="1035"/>
        <pc:sldMkLst>
          <pc:docMk/>
          <pc:sldMk cId="3341454135" sldId="322"/>
        </pc:sldMkLst>
        <pc:spChg chg="mod">
          <ac:chgData name="Guo Dong 1" userId="2f33b0b0-0dcf-4a45-8129-489f6a6f99e1" providerId="ADAL" clId="{C76313CE-F178-40CA-96CE-1AE05AFCE6E5}" dt="2024-03-20T08:40:31.734" v="3067" actId="14100"/>
          <ac:spMkLst>
            <pc:docMk/>
            <pc:sldMk cId="3341454135" sldId="322"/>
            <ac:spMk id="2" creationId="{A9CD9BDA-950F-86C6-7165-4DB164CB3A5C}"/>
          </ac:spMkLst>
        </pc:spChg>
        <pc:spChg chg="del">
          <ac:chgData name="Guo Dong 1" userId="2f33b0b0-0dcf-4a45-8129-489f6a6f99e1" providerId="ADAL" clId="{C76313CE-F178-40CA-96CE-1AE05AFCE6E5}" dt="2024-03-20T08:38:15.366" v="3050" actId="478"/>
          <ac:spMkLst>
            <pc:docMk/>
            <pc:sldMk cId="3341454135" sldId="322"/>
            <ac:spMk id="3" creationId="{0F78F8FB-7802-41E6-F585-1467AC859EF5}"/>
          </ac:spMkLst>
        </pc:spChg>
        <pc:picChg chg="add mod">
          <ac:chgData name="Guo Dong 1" userId="2f33b0b0-0dcf-4a45-8129-489f6a6f99e1" providerId="ADAL" clId="{C76313CE-F178-40CA-96CE-1AE05AFCE6E5}" dt="2024-03-20T08:41:53.186" v="3086" actId="1035"/>
          <ac:picMkLst>
            <pc:docMk/>
            <pc:sldMk cId="3341454135" sldId="322"/>
            <ac:picMk id="8" creationId="{6C79B641-CB59-3C42-818D-36D4ABD6A59D}"/>
          </ac:picMkLst>
        </pc:picChg>
        <pc:picChg chg="add mod">
          <ac:chgData name="Guo Dong 1" userId="2f33b0b0-0dcf-4a45-8129-489f6a6f99e1" providerId="ADAL" clId="{C76313CE-F178-40CA-96CE-1AE05AFCE6E5}" dt="2024-03-20T08:41:42.843" v="3079" actId="1582"/>
          <ac:picMkLst>
            <pc:docMk/>
            <pc:sldMk cId="3341454135" sldId="322"/>
            <ac:picMk id="10" creationId="{0D7E91EF-8D8B-8168-464E-629F91EF27D0}"/>
          </ac:picMkLst>
        </pc:picChg>
        <pc:picChg chg="add mod">
          <ac:chgData name="Guo Dong 1" userId="2f33b0b0-0dcf-4a45-8129-489f6a6f99e1" providerId="ADAL" clId="{C76313CE-F178-40CA-96CE-1AE05AFCE6E5}" dt="2024-03-20T08:41:48.113" v="3080" actId="1582"/>
          <ac:picMkLst>
            <pc:docMk/>
            <pc:sldMk cId="3341454135" sldId="322"/>
            <ac:picMk id="12" creationId="{D2C12BBC-0F3D-DDC9-D60A-0F86921ED637}"/>
          </ac:picMkLst>
        </pc:picChg>
      </pc:sldChg>
      <pc:sldChg chg="modSp new del mod ord">
        <pc:chgData name="Guo Dong 1" userId="2f33b0b0-0dcf-4a45-8129-489f6a6f99e1" providerId="ADAL" clId="{C76313CE-F178-40CA-96CE-1AE05AFCE6E5}" dt="2024-03-20T08:53:48.021" v="3221" actId="47"/>
        <pc:sldMkLst>
          <pc:docMk/>
          <pc:sldMk cId="1550785760" sldId="323"/>
        </pc:sldMkLst>
        <pc:spChg chg="mod">
          <ac:chgData name="Guo Dong 1" userId="2f33b0b0-0dcf-4a45-8129-489f6a6f99e1" providerId="ADAL" clId="{C76313CE-F178-40CA-96CE-1AE05AFCE6E5}" dt="2024-03-20T08:44:49.622" v="3106" actId="1076"/>
          <ac:spMkLst>
            <pc:docMk/>
            <pc:sldMk cId="1550785760" sldId="323"/>
            <ac:spMk id="2" creationId="{9D59041C-138C-D57D-03D6-3965F783330A}"/>
          </ac:spMkLst>
        </pc:spChg>
        <pc:spChg chg="mod">
          <ac:chgData name="Guo Dong 1" userId="2f33b0b0-0dcf-4a45-8129-489f6a6f99e1" providerId="ADAL" clId="{C76313CE-F178-40CA-96CE-1AE05AFCE6E5}" dt="2024-03-20T08:47:00.296" v="3127" actId="21"/>
          <ac:spMkLst>
            <pc:docMk/>
            <pc:sldMk cId="1550785760" sldId="323"/>
            <ac:spMk id="3" creationId="{B675ADA0-52DF-BBB0-90E6-1CCFA86D17F5}"/>
          </ac:spMkLst>
        </pc:spChg>
      </pc:sldChg>
      <pc:sldChg chg="new del">
        <pc:chgData name="Guo Dong 1" userId="2f33b0b0-0dcf-4a45-8129-489f6a6f99e1" providerId="ADAL" clId="{C76313CE-F178-40CA-96CE-1AE05AFCE6E5}" dt="2024-03-20T08:44:25.493" v="3088" actId="47"/>
        <pc:sldMkLst>
          <pc:docMk/>
          <pc:sldMk cId="1928446105" sldId="323"/>
        </pc:sldMkLst>
      </pc:sldChg>
      <pc:sldChg chg="addSp delSp modSp new mod ord">
        <pc:chgData name="Guo Dong 1" userId="2f33b0b0-0dcf-4a45-8129-489f6a6f99e1" providerId="ADAL" clId="{C76313CE-F178-40CA-96CE-1AE05AFCE6E5}" dt="2024-03-20T09:46:37.665" v="3404" actId="1076"/>
        <pc:sldMkLst>
          <pc:docMk/>
          <pc:sldMk cId="1846783780" sldId="324"/>
        </pc:sldMkLst>
        <pc:spChg chg="mod">
          <ac:chgData name="Guo Dong 1" userId="2f33b0b0-0dcf-4a45-8129-489f6a6f99e1" providerId="ADAL" clId="{C76313CE-F178-40CA-96CE-1AE05AFCE6E5}" dt="2024-03-20T09:45:28.215" v="3389" actId="255"/>
          <ac:spMkLst>
            <pc:docMk/>
            <pc:sldMk cId="1846783780" sldId="324"/>
            <ac:spMk id="2" creationId="{D3874B35-FC35-466A-1F6B-6677EA49ABAE}"/>
          </ac:spMkLst>
        </pc:spChg>
        <pc:spChg chg="mod">
          <ac:chgData name="Guo Dong 1" userId="2f33b0b0-0dcf-4a45-8129-489f6a6f99e1" providerId="ADAL" clId="{C76313CE-F178-40CA-96CE-1AE05AFCE6E5}" dt="2024-03-20T09:46:20.374" v="3401" actId="1076"/>
          <ac:spMkLst>
            <pc:docMk/>
            <pc:sldMk cId="1846783780" sldId="324"/>
            <ac:spMk id="3" creationId="{911B4A25-9241-5F4B-7020-6979EA6689F8}"/>
          </ac:spMkLst>
        </pc:spChg>
        <pc:spChg chg="add mod">
          <ac:chgData name="Guo Dong 1" userId="2f33b0b0-0dcf-4a45-8129-489f6a6f99e1" providerId="ADAL" clId="{C76313CE-F178-40CA-96CE-1AE05AFCE6E5}" dt="2024-03-20T09:46:12.897" v="3400" actId="113"/>
          <ac:spMkLst>
            <pc:docMk/>
            <pc:sldMk cId="1846783780" sldId="324"/>
            <ac:spMk id="4" creationId="{CAA1577E-6176-838A-38D4-F40BDB7FCDF1}"/>
          </ac:spMkLst>
        </pc:spChg>
        <pc:spChg chg="del mod">
          <ac:chgData name="Guo Dong 1" userId="2f33b0b0-0dcf-4a45-8129-489f6a6f99e1" providerId="ADAL" clId="{C76313CE-F178-40CA-96CE-1AE05AFCE6E5}" dt="2024-03-20T08:48:56.136" v="3132" actId="22"/>
          <ac:spMkLst>
            <pc:docMk/>
            <pc:sldMk cId="1846783780" sldId="324"/>
            <ac:spMk id="4" creationId="{EC7E04A7-8E3F-136B-F37F-FE4016850443}"/>
          </ac:spMkLst>
        </pc:spChg>
        <pc:spChg chg="add mod">
          <ac:chgData name="Guo Dong 1" userId="2f33b0b0-0dcf-4a45-8129-489f6a6f99e1" providerId="ADAL" clId="{C76313CE-F178-40CA-96CE-1AE05AFCE6E5}" dt="2024-03-20T09:46:01.301" v="3398" actId="403"/>
          <ac:spMkLst>
            <pc:docMk/>
            <pc:sldMk cId="1846783780" sldId="324"/>
            <ac:spMk id="8" creationId="{364F8B65-6CA0-BACB-F6FC-E7A3113E0F1F}"/>
          </ac:spMkLst>
        </pc:spChg>
        <pc:spChg chg="add mod">
          <ac:chgData name="Guo Dong 1" userId="2f33b0b0-0dcf-4a45-8129-489f6a6f99e1" providerId="ADAL" clId="{C76313CE-F178-40CA-96CE-1AE05AFCE6E5}" dt="2024-03-20T09:46:33.838" v="3403" actId="1076"/>
          <ac:spMkLst>
            <pc:docMk/>
            <pc:sldMk cId="1846783780" sldId="324"/>
            <ac:spMk id="10" creationId="{84321F07-25DC-E384-E8D8-64D2163C0FC7}"/>
          </ac:spMkLst>
        </pc:spChg>
        <pc:spChg chg="add mod">
          <ac:chgData name="Guo Dong 1" userId="2f33b0b0-0dcf-4a45-8129-489f6a6f99e1" providerId="ADAL" clId="{C76313CE-F178-40CA-96CE-1AE05AFCE6E5}" dt="2024-03-20T09:46:37.665" v="3404" actId="1076"/>
          <ac:spMkLst>
            <pc:docMk/>
            <pc:sldMk cId="1846783780" sldId="324"/>
            <ac:spMk id="11" creationId="{583BA00F-99AB-860C-6579-CE90270E0C80}"/>
          </ac:spMkLst>
        </pc:spChg>
        <pc:picChg chg="add mod ord">
          <ac:chgData name="Guo Dong 1" userId="2f33b0b0-0dcf-4a45-8129-489f6a6f99e1" providerId="ADAL" clId="{C76313CE-F178-40CA-96CE-1AE05AFCE6E5}" dt="2024-03-20T09:46:24.162" v="3402" actId="1076"/>
          <ac:picMkLst>
            <pc:docMk/>
            <pc:sldMk cId="1846783780" sldId="324"/>
            <ac:picMk id="9" creationId="{8DAC94F5-C3D4-87C0-827E-2CCB08F3EF9B}"/>
          </ac:picMkLst>
        </pc:picChg>
        <pc:picChg chg="add mod">
          <ac:chgData name="Guo Dong 1" userId="2f33b0b0-0dcf-4a45-8129-489f6a6f99e1" providerId="ADAL" clId="{C76313CE-F178-40CA-96CE-1AE05AFCE6E5}" dt="2024-03-20T08:52:41.584" v="3187" actId="14100"/>
          <ac:picMkLst>
            <pc:docMk/>
            <pc:sldMk cId="1846783780" sldId="324"/>
            <ac:picMk id="13" creationId="{90A49B8C-10E6-0E18-6F90-7D5E720BE902}"/>
          </ac:picMkLst>
        </pc:picChg>
        <pc:picChg chg="add mod">
          <ac:chgData name="Guo Dong 1" userId="2f33b0b0-0dcf-4a45-8129-489f6a6f99e1" providerId="ADAL" clId="{C76313CE-F178-40CA-96CE-1AE05AFCE6E5}" dt="2024-03-20T08:52:44.568" v="3188" actId="14100"/>
          <ac:picMkLst>
            <pc:docMk/>
            <pc:sldMk cId="1846783780" sldId="324"/>
            <ac:picMk id="15" creationId="{A383C945-B928-3FF5-B5A9-2A7F54CAC368}"/>
          </ac:picMkLst>
        </pc:picChg>
      </pc:sldChg>
      <pc:sldChg chg="addSp delSp modSp new del mod">
        <pc:chgData name="Guo Dong 1" userId="2f33b0b0-0dcf-4a45-8129-489f6a6f99e1" providerId="ADAL" clId="{C76313CE-F178-40CA-96CE-1AE05AFCE6E5}" dt="2024-03-20T09:46:46.653" v="3405" actId="2696"/>
        <pc:sldMkLst>
          <pc:docMk/>
          <pc:sldMk cId="1279205222" sldId="325"/>
        </pc:sldMkLst>
        <pc:spChg chg="del mod">
          <ac:chgData name="Guo Dong 1" userId="2f33b0b0-0dcf-4a45-8129-489f6a6f99e1" providerId="ADAL" clId="{C76313CE-F178-40CA-96CE-1AE05AFCE6E5}" dt="2024-03-20T09:45:48.559" v="3393" actId="21"/>
          <ac:spMkLst>
            <pc:docMk/>
            <pc:sldMk cId="1279205222" sldId="325"/>
            <ac:spMk id="2" creationId="{AE8319C8-0769-D6ED-38E5-6F017657364A}"/>
          </ac:spMkLst>
        </pc:spChg>
        <pc:spChg chg="del mod">
          <ac:chgData name="Guo Dong 1" userId="2f33b0b0-0dcf-4a45-8129-489f6a6f99e1" providerId="ADAL" clId="{C76313CE-F178-40CA-96CE-1AE05AFCE6E5}" dt="2024-03-20T09:45:01.987" v="3383" actId="21"/>
          <ac:spMkLst>
            <pc:docMk/>
            <pc:sldMk cId="1279205222" sldId="325"/>
            <ac:spMk id="3" creationId="{0F31E4EE-E740-80F9-53EE-ACB93C8B1146}"/>
          </ac:spMkLst>
        </pc:spChg>
        <pc:spChg chg="add mod">
          <ac:chgData name="Guo Dong 1" userId="2f33b0b0-0dcf-4a45-8129-489f6a6f99e1" providerId="ADAL" clId="{C76313CE-F178-40CA-96CE-1AE05AFCE6E5}" dt="2024-03-20T09:45:01.987" v="3383" actId="21"/>
          <ac:spMkLst>
            <pc:docMk/>
            <pc:sldMk cId="1279205222" sldId="325"/>
            <ac:spMk id="9" creationId="{9F9FD43A-0C8A-CA06-F8F7-87C68675EE77}"/>
          </ac:spMkLst>
        </pc:spChg>
        <pc:spChg chg="add mod">
          <ac:chgData name="Guo Dong 1" userId="2f33b0b0-0dcf-4a45-8129-489f6a6f99e1" providerId="ADAL" clId="{C76313CE-F178-40CA-96CE-1AE05AFCE6E5}" dt="2024-03-20T09:45:48.559" v="3393" actId="21"/>
          <ac:spMkLst>
            <pc:docMk/>
            <pc:sldMk cId="1279205222" sldId="325"/>
            <ac:spMk id="11" creationId="{6F5EC0E0-E561-CE61-2AA9-E25D2DD29EA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61ADCD-0986-466F-BCF4-F140374402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900" dirty="0"/>
          </a:p>
        </p:txBody>
      </p:sp>
      <p:sp>
        <p:nvSpPr>
          <p:cNvPr id="3" name="Date Placeholder 2">
            <a:extLst>
              <a:ext uri="{FF2B5EF4-FFF2-40B4-BE49-F238E27FC236}">
                <a16:creationId xmlns:a16="http://schemas.microsoft.com/office/drawing/2014/main" id="{6FAD45B1-DDA3-4823-B57F-398ED6D7CE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25D8E6-708C-4399-9AC5-E3A8E70D0831}" type="datetime1">
              <a:rPr lang="en-GB" altLang="zh-HK" sz="900" smtClean="0"/>
              <a:t>20/03/2024</a:t>
            </a:fld>
            <a:endParaRPr lang="en-GB" sz="900" dirty="0"/>
          </a:p>
        </p:txBody>
      </p:sp>
      <p:sp>
        <p:nvSpPr>
          <p:cNvPr id="4" name="Slide Number Placeholder 3">
            <a:extLst>
              <a:ext uri="{FF2B5EF4-FFF2-40B4-BE49-F238E27FC236}">
                <a16:creationId xmlns:a16="http://schemas.microsoft.com/office/drawing/2014/main" id="{7A3B3C53-DC75-4A5C-81E7-5D7CB96E129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F6EE6-6533-46A0-A8FB-DBC252423243}" type="slidenum">
              <a:rPr lang="en-GB" sz="900" smtClean="0"/>
              <a:t>‹#›</a:t>
            </a:fld>
            <a:endParaRPr lang="en-GB" sz="900"/>
          </a:p>
        </p:txBody>
      </p:sp>
      <p:sp>
        <p:nvSpPr>
          <p:cNvPr id="5" name="Footer Placeholder 4">
            <a:extLst>
              <a:ext uri="{FF2B5EF4-FFF2-40B4-BE49-F238E27FC236}">
                <a16:creationId xmlns:a16="http://schemas.microsoft.com/office/drawing/2014/main" id="{9891B013-C79C-4BAB-9591-CE1E1BF2A98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900"/>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838611-CB23-4A11-B466-01829FB3E64B}"/>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1B1D025B-ACD2-45C1-B156-1DDB470CE319}" type="slidenum">
              <a:rPr lang="en-GB" smtClean="0"/>
              <a:pPr/>
              <a:t>‹#›</a:t>
            </a:fld>
            <a:endParaRPr lang="en-GB"/>
          </a:p>
        </p:txBody>
      </p:sp>
      <p:sp>
        <p:nvSpPr>
          <p:cNvPr id="3" name="Notes Placeholder 2">
            <a:extLst>
              <a:ext uri="{FF2B5EF4-FFF2-40B4-BE49-F238E27FC236}">
                <a16:creationId xmlns:a16="http://schemas.microsoft.com/office/drawing/2014/main" id="{05F8BE06-C1AD-4FF4-9212-678516BAB91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8D410225-CB48-4A2A-9739-463AD2DBC31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F3F2ABB9-169F-4449-81AD-20D63685EEB3}" type="datetime1">
              <a:rPr lang="en-GB" altLang="zh-HK" smtClean="0"/>
              <a:t>20/03/2024</a:t>
            </a:fld>
            <a:endParaRPr lang="en-GB"/>
          </a:p>
        </p:txBody>
      </p:sp>
      <p:sp>
        <p:nvSpPr>
          <p:cNvPr id="5" name="Header Placeholder 4">
            <a:extLst>
              <a:ext uri="{FF2B5EF4-FFF2-40B4-BE49-F238E27FC236}">
                <a16:creationId xmlns:a16="http://schemas.microsoft.com/office/drawing/2014/main" id="{668863D3-1D0C-412C-99BB-873840116A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en-GB" dirty="0"/>
          </a:p>
        </p:txBody>
      </p:sp>
      <p:sp>
        <p:nvSpPr>
          <p:cNvPr id="6" name="Slide Image Placeholder 5">
            <a:extLst>
              <a:ext uri="{FF2B5EF4-FFF2-40B4-BE49-F238E27FC236}">
                <a16:creationId xmlns:a16="http://schemas.microsoft.com/office/drawing/2014/main" id="{5E44B7E2-ED93-42BE-81A6-FE398D91C1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7" name="Footer Placeholder 6">
            <a:extLst>
              <a:ext uri="{FF2B5EF4-FFF2-40B4-BE49-F238E27FC236}">
                <a16:creationId xmlns:a16="http://schemas.microsoft.com/office/drawing/2014/main" id="{75691570-C65F-4C66-9CB2-8798BF7E897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en-GB" dirty="0"/>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hf/>
  <p:notesStyle>
    <a:lvl1pPr marL="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1pPr>
    <a:lvl2pPr marL="18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2pPr>
    <a:lvl3pPr marL="36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3pPr>
    <a:lvl4pPr marL="54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4pPr>
    <a:lvl5pPr marL="72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1B1D025B-ACD2-45C1-B156-1DDB470CE319}" type="slidenum">
              <a:rPr lang="en-GB" smtClean="0"/>
              <a:pPr/>
              <a:t>5</a:t>
            </a:fld>
            <a:endParaRPr lang="en-GB"/>
          </a:p>
        </p:txBody>
      </p:sp>
      <p:sp>
        <p:nvSpPr>
          <p:cNvPr id="5" name="Date Placeholder 4"/>
          <p:cNvSpPr>
            <a:spLocks noGrp="1"/>
          </p:cNvSpPr>
          <p:nvPr>
            <p:ph type="dt" idx="1"/>
          </p:nvPr>
        </p:nvSpPr>
        <p:spPr/>
        <p:txBody>
          <a:bodyPr/>
          <a:lstStyle/>
          <a:p>
            <a:fld id="{F3F2ABB9-169F-4449-81AD-20D63685EEB3}" type="datetime1">
              <a:rPr lang="en-GB" altLang="zh-HK" smtClean="0"/>
              <a:t>20/03/2024</a:t>
            </a:fld>
            <a:endParaRPr lang="en-GB"/>
          </a:p>
        </p:txBody>
      </p:sp>
      <p:sp>
        <p:nvSpPr>
          <p:cNvPr id="6" name="Header Placeholder 5"/>
          <p:cNvSpPr>
            <a:spLocks noGrp="1"/>
          </p:cNvSpPr>
          <p:nvPr>
            <p:ph type="hdr" sz="quarter"/>
          </p:nvPr>
        </p:nvSpPr>
        <p:spPr/>
        <p:txBody>
          <a:bodyPr/>
          <a:lstStyle/>
          <a:p>
            <a:endParaRPr lang="en-GB" dirty="0"/>
          </a:p>
        </p:txBody>
      </p:sp>
      <p:sp>
        <p:nvSpPr>
          <p:cNvPr id="7" name="Footer Placeholder 6"/>
          <p:cNvSpPr>
            <a:spLocks noGrp="1"/>
          </p:cNvSpPr>
          <p:nvPr>
            <p:ph type="ftr" sz="quarter" idx="4"/>
          </p:nvPr>
        </p:nvSpPr>
        <p:spPr/>
        <p:txBody>
          <a:bodyPr/>
          <a:lstStyle/>
          <a:p>
            <a:endParaRPr lang="en-GB" dirty="0"/>
          </a:p>
        </p:txBody>
      </p:sp>
    </p:spTree>
    <p:extLst>
      <p:ext uri="{BB962C8B-B14F-4D97-AF65-F5344CB8AC3E}">
        <p14:creationId xmlns:p14="http://schemas.microsoft.com/office/powerpoint/2010/main" val="1587821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1B1D025B-ACD2-45C1-B156-1DDB470CE319}" type="slidenum">
              <a:rPr lang="en-GB" smtClean="0"/>
              <a:pPr/>
              <a:t>6</a:t>
            </a:fld>
            <a:endParaRPr lang="en-GB"/>
          </a:p>
        </p:txBody>
      </p:sp>
      <p:sp>
        <p:nvSpPr>
          <p:cNvPr id="5" name="Date Placeholder 4"/>
          <p:cNvSpPr>
            <a:spLocks noGrp="1"/>
          </p:cNvSpPr>
          <p:nvPr>
            <p:ph type="dt" idx="1"/>
          </p:nvPr>
        </p:nvSpPr>
        <p:spPr/>
        <p:txBody>
          <a:bodyPr/>
          <a:lstStyle/>
          <a:p>
            <a:fld id="{F3F2ABB9-169F-4449-81AD-20D63685EEB3}" type="datetime1">
              <a:rPr lang="en-GB" altLang="zh-HK" smtClean="0"/>
              <a:t>20/03/2024</a:t>
            </a:fld>
            <a:endParaRPr lang="en-GB"/>
          </a:p>
        </p:txBody>
      </p:sp>
      <p:sp>
        <p:nvSpPr>
          <p:cNvPr id="6" name="Header Placeholder 5"/>
          <p:cNvSpPr>
            <a:spLocks noGrp="1"/>
          </p:cNvSpPr>
          <p:nvPr>
            <p:ph type="hdr" sz="quarter"/>
          </p:nvPr>
        </p:nvSpPr>
        <p:spPr/>
        <p:txBody>
          <a:bodyPr/>
          <a:lstStyle/>
          <a:p>
            <a:endParaRPr lang="en-GB" dirty="0"/>
          </a:p>
        </p:txBody>
      </p:sp>
      <p:sp>
        <p:nvSpPr>
          <p:cNvPr id="7" name="Footer Placeholder 6"/>
          <p:cNvSpPr>
            <a:spLocks noGrp="1"/>
          </p:cNvSpPr>
          <p:nvPr>
            <p:ph type="ftr" sz="quarter" idx="4"/>
          </p:nvPr>
        </p:nvSpPr>
        <p:spPr/>
        <p:txBody>
          <a:bodyPr/>
          <a:lstStyle/>
          <a:p>
            <a:endParaRPr lang="en-GB" dirty="0"/>
          </a:p>
        </p:txBody>
      </p:sp>
    </p:spTree>
    <p:extLst>
      <p:ext uri="{BB962C8B-B14F-4D97-AF65-F5344CB8AC3E}">
        <p14:creationId xmlns:p14="http://schemas.microsoft.com/office/powerpoint/2010/main" val="3186356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1B1D025B-ACD2-45C1-B156-1DDB470CE319}" type="slidenum">
              <a:rPr lang="en-GB" smtClean="0"/>
              <a:pPr/>
              <a:t>7</a:t>
            </a:fld>
            <a:endParaRPr lang="en-GB"/>
          </a:p>
        </p:txBody>
      </p:sp>
      <p:sp>
        <p:nvSpPr>
          <p:cNvPr id="5" name="Date Placeholder 4"/>
          <p:cNvSpPr>
            <a:spLocks noGrp="1"/>
          </p:cNvSpPr>
          <p:nvPr>
            <p:ph type="dt" idx="1"/>
          </p:nvPr>
        </p:nvSpPr>
        <p:spPr/>
        <p:txBody>
          <a:bodyPr/>
          <a:lstStyle/>
          <a:p>
            <a:fld id="{F3F2ABB9-169F-4449-81AD-20D63685EEB3}" type="datetime1">
              <a:rPr lang="en-GB" altLang="zh-HK" smtClean="0"/>
              <a:t>20/03/2024</a:t>
            </a:fld>
            <a:endParaRPr lang="en-GB"/>
          </a:p>
        </p:txBody>
      </p:sp>
      <p:sp>
        <p:nvSpPr>
          <p:cNvPr id="6" name="Header Placeholder 5"/>
          <p:cNvSpPr>
            <a:spLocks noGrp="1"/>
          </p:cNvSpPr>
          <p:nvPr>
            <p:ph type="hdr" sz="quarter"/>
          </p:nvPr>
        </p:nvSpPr>
        <p:spPr/>
        <p:txBody>
          <a:bodyPr/>
          <a:lstStyle/>
          <a:p>
            <a:endParaRPr lang="en-GB" dirty="0"/>
          </a:p>
        </p:txBody>
      </p:sp>
      <p:sp>
        <p:nvSpPr>
          <p:cNvPr id="7" name="Footer Placeholder 6"/>
          <p:cNvSpPr>
            <a:spLocks noGrp="1"/>
          </p:cNvSpPr>
          <p:nvPr>
            <p:ph type="ftr" sz="quarter" idx="4"/>
          </p:nvPr>
        </p:nvSpPr>
        <p:spPr/>
        <p:txBody>
          <a:bodyPr/>
          <a:lstStyle/>
          <a:p>
            <a:endParaRPr lang="en-GB" dirty="0"/>
          </a:p>
        </p:txBody>
      </p:sp>
    </p:spTree>
    <p:extLst>
      <p:ext uri="{BB962C8B-B14F-4D97-AF65-F5344CB8AC3E}">
        <p14:creationId xmlns:p14="http://schemas.microsoft.com/office/powerpoint/2010/main" val="1773243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参考</a:t>
            </a:r>
            <a:r>
              <a:rPr lang="en-US" altLang="zh-CN" dirty="0"/>
              <a:t>Apache </a:t>
            </a:r>
            <a:r>
              <a:rPr lang="en-US" altLang="zh-CN" dirty="0" err="1"/>
              <a:t>Imala</a:t>
            </a:r>
            <a:r>
              <a:rPr lang="zh-CN" altLang="en-US" dirty="0"/>
              <a:t>的</a:t>
            </a:r>
            <a:r>
              <a:rPr lang="en-US" altLang="zh-CN" dirty="0"/>
              <a:t>MPP</a:t>
            </a:r>
            <a:r>
              <a:rPr lang="zh-CN" altLang="en-US" dirty="0"/>
              <a:t>架构</a:t>
            </a:r>
            <a:endParaRPr lang="en-US" altLang="zh-CN" dirty="0"/>
          </a:p>
          <a:p>
            <a:r>
              <a:rPr lang="zh-CN" altLang="en-US" dirty="0"/>
              <a:t>列存</a:t>
            </a:r>
            <a:r>
              <a:rPr lang="en-US" altLang="zh-CN" dirty="0"/>
              <a:t>+</a:t>
            </a:r>
            <a:r>
              <a:rPr lang="zh-CN" altLang="en-US" dirty="0"/>
              <a:t>向量化引擎</a:t>
            </a:r>
            <a:endParaRPr lang="en-US" altLang="zh-CN" dirty="0"/>
          </a:p>
          <a:p>
            <a:r>
              <a:rPr lang="en-US" altLang="zh-CN" dirty="0" err="1"/>
              <a:t>Greeplum</a:t>
            </a:r>
            <a:r>
              <a:rPr lang="zh-CN" altLang="en-US" dirty="0"/>
              <a:t>：</a:t>
            </a:r>
            <a:r>
              <a:rPr lang="en-US" altLang="zh-CN" dirty="0"/>
              <a:t>OLAP</a:t>
            </a:r>
            <a:r>
              <a:rPr lang="zh-CN" altLang="en-US" dirty="0"/>
              <a:t>的</a:t>
            </a:r>
            <a:r>
              <a:rPr lang="en-US" altLang="zh-CN" dirty="0" err="1"/>
              <a:t>Postgresql</a:t>
            </a:r>
            <a:endParaRPr lang="zh-CN" altLang="en-US" dirty="0"/>
          </a:p>
        </p:txBody>
      </p:sp>
      <p:sp>
        <p:nvSpPr>
          <p:cNvPr id="4" name="Slide Number Placeholder 3"/>
          <p:cNvSpPr>
            <a:spLocks noGrp="1"/>
          </p:cNvSpPr>
          <p:nvPr>
            <p:ph type="sldNum" sz="quarter" idx="5"/>
          </p:nvPr>
        </p:nvSpPr>
        <p:spPr/>
        <p:txBody>
          <a:bodyPr/>
          <a:lstStyle/>
          <a:p>
            <a:fld id="{1B1D025B-ACD2-45C1-B156-1DDB470CE319}" type="slidenum">
              <a:rPr lang="en-GB" smtClean="0"/>
              <a:pPr/>
              <a:t>12</a:t>
            </a:fld>
            <a:endParaRPr lang="en-GB"/>
          </a:p>
        </p:txBody>
      </p:sp>
      <p:sp>
        <p:nvSpPr>
          <p:cNvPr id="5" name="Date Placeholder 4"/>
          <p:cNvSpPr>
            <a:spLocks noGrp="1"/>
          </p:cNvSpPr>
          <p:nvPr>
            <p:ph type="dt" idx="1"/>
          </p:nvPr>
        </p:nvSpPr>
        <p:spPr/>
        <p:txBody>
          <a:bodyPr/>
          <a:lstStyle/>
          <a:p>
            <a:fld id="{F3F2ABB9-169F-4449-81AD-20D63685EEB3}" type="datetime1">
              <a:rPr lang="en-GB" altLang="zh-HK" smtClean="0"/>
              <a:t>20/03/2024</a:t>
            </a:fld>
            <a:endParaRPr lang="en-GB"/>
          </a:p>
        </p:txBody>
      </p:sp>
      <p:sp>
        <p:nvSpPr>
          <p:cNvPr id="6" name="Header Placeholder 5"/>
          <p:cNvSpPr>
            <a:spLocks noGrp="1"/>
          </p:cNvSpPr>
          <p:nvPr>
            <p:ph type="hdr" sz="quarter"/>
          </p:nvPr>
        </p:nvSpPr>
        <p:spPr/>
        <p:txBody>
          <a:bodyPr/>
          <a:lstStyle/>
          <a:p>
            <a:endParaRPr lang="en-GB" dirty="0"/>
          </a:p>
        </p:txBody>
      </p:sp>
      <p:sp>
        <p:nvSpPr>
          <p:cNvPr id="7" name="Footer Placeholder 6"/>
          <p:cNvSpPr>
            <a:spLocks noGrp="1"/>
          </p:cNvSpPr>
          <p:nvPr>
            <p:ph type="ftr" sz="quarter" idx="4"/>
          </p:nvPr>
        </p:nvSpPr>
        <p:spPr/>
        <p:txBody>
          <a:bodyPr/>
          <a:lstStyle/>
          <a:p>
            <a:endParaRPr lang="en-GB" dirty="0"/>
          </a:p>
        </p:txBody>
      </p:sp>
    </p:spTree>
    <p:extLst>
      <p:ext uri="{BB962C8B-B14F-4D97-AF65-F5344CB8AC3E}">
        <p14:creationId xmlns:p14="http://schemas.microsoft.com/office/powerpoint/2010/main" val="2696953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1B1D025B-ACD2-45C1-B156-1DDB470CE319}" type="slidenum">
              <a:rPr lang="en-GB" smtClean="0"/>
              <a:pPr/>
              <a:t>14</a:t>
            </a:fld>
            <a:endParaRPr lang="en-GB"/>
          </a:p>
        </p:txBody>
      </p:sp>
      <p:sp>
        <p:nvSpPr>
          <p:cNvPr id="5" name="Date Placeholder 4"/>
          <p:cNvSpPr>
            <a:spLocks noGrp="1"/>
          </p:cNvSpPr>
          <p:nvPr>
            <p:ph type="dt" idx="1"/>
          </p:nvPr>
        </p:nvSpPr>
        <p:spPr/>
        <p:txBody>
          <a:bodyPr/>
          <a:lstStyle/>
          <a:p>
            <a:fld id="{F3F2ABB9-169F-4449-81AD-20D63685EEB3}" type="datetime1">
              <a:rPr lang="en-GB" altLang="zh-HK" smtClean="0"/>
              <a:t>20/03/2024</a:t>
            </a:fld>
            <a:endParaRPr lang="en-GB"/>
          </a:p>
        </p:txBody>
      </p:sp>
      <p:sp>
        <p:nvSpPr>
          <p:cNvPr id="6" name="Header Placeholder 5"/>
          <p:cNvSpPr>
            <a:spLocks noGrp="1"/>
          </p:cNvSpPr>
          <p:nvPr>
            <p:ph type="hdr" sz="quarter"/>
          </p:nvPr>
        </p:nvSpPr>
        <p:spPr/>
        <p:txBody>
          <a:bodyPr/>
          <a:lstStyle/>
          <a:p>
            <a:endParaRPr lang="en-GB" dirty="0"/>
          </a:p>
        </p:txBody>
      </p:sp>
      <p:sp>
        <p:nvSpPr>
          <p:cNvPr id="7" name="Footer Placeholder 6"/>
          <p:cNvSpPr>
            <a:spLocks noGrp="1"/>
          </p:cNvSpPr>
          <p:nvPr>
            <p:ph type="ftr" sz="quarter" idx="4"/>
          </p:nvPr>
        </p:nvSpPr>
        <p:spPr/>
        <p:txBody>
          <a:bodyPr/>
          <a:lstStyle/>
          <a:p>
            <a:endParaRPr lang="en-GB" dirty="0"/>
          </a:p>
        </p:txBody>
      </p:sp>
    </p:spTree>
    <p:extLst>
      <p:ext uri="{BB962C8B-B14F-4D97-AF65-F5344CB8AC3E}">
        <p14:creationId xmlns:p14="http://schemas.microsoft.com/office/powerpoint/2010/main" val="3770378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zh-CN" altLang="en-US" b="0" i="0" dirty="0">
                <a:solidFill>
                  <a:srgbClr val="333333"/>
                </a:solidFill>
                <a:effectLst/>
                <a:latin typeface="PingFang SC"/>
              </a:rPr>
              <a:t>流式处理分析业务的痛点是什么？对于范式业务，</a:t>
            </a:r>
            <a:r>
              <a:rPr lang="en-US" altLang="zh-CN" b="0" i="0" dirty="0">
                <a:solidFill>
                  <a:srgbClr val="333333"/>
                </a:solidFill>
                <a:effectLst/>
                <a:latin typeface="PingFang SC"/>
              </a:rPr>
              <a:t>Storm</a:t>
            </a:r>
            <a:r>
              <a:rPr lang="zh-CN" altLang="en-US" b="0" i="0" dirty="0">
                <a:solidFill>
                  <a:srgbClr val="333333"/>
                </a:solidFill>
                <a:effectLst/>
                <a:latin typeface="PingFang SC"/>
              </a:rPr>
              <a:t>和</a:t>
            </a:r>
            <a:r>
              <a:rPr lang="en-US" altLang="zh-CN" b="0" i="0" dirty="0" err="1">
                <a:solidFill>
                  <a:srgbClr val="333333"/>
                </a:solidFill>
                <a:effectLst/>
                <a:latin typeface="PingFang SC"/>
              </a:rPr>
              <a:t>Flink</a:t>
            </a:r>
            <a:r>
              <a:rPr lang="zh-CN" altLang="en-US" b="0" i="0" dirty="0">
                <a:solidFill>
                  <a:srgbClr val="333333"/>
                </a:solidFill>
                <a:effectLst/>
                <a:latin typeface="PingFang SC"/>
              </a:rPr>
              <a:t>都需要很大的外存，来实现数据流之间的业务对齐，需要大量的计算资源。且由于外存的限制，必须进行窗口的限定策略，最终可能放弃一些数据。计算之后，一般是存到</a:t>
            </a:r>
            <a:r>
              <a:rPr lang="en-US" altLang="zh-CN" b="0" i="0" dirty="0">
                <a:solidFill>
                  <a:srgbClr val="333333"/>
                </a:solidFill>
                <a:effectLst/>
                <a:latin typeface="PingFang SC"/>
              </a:rPr>
              <a:t>Redis</a:t>
            </a:r>
            <a:r>
              <a:rPr lang="zh-CN" altLang="en-US" b="0" i="0" dirty="0">
                <a:solidFill>
                  <a:srgbClr val="333333"/>
                </a:solidFill>
                <a:effectLst/>
                <a:latin typeface="PingFang SC"/>
              </a:rPr>
              <a:t>里做查询支撑，且</a:t>
            </a:r>
            <a:r>
              <a:rPr lang="en-US" altLang="zh-CN" b="0" i="0" dirty="0">
                <a:solidFill>
                  <a:srgbClr val="333333"/>
                </a:solidFill>
                <a:effectLst/>
                <a:latin typeface="PingFang SC"/>
              </a:rPr>
              <a:t>KV</a:t>
            </a:r>
            <a:r>
              <a:rPr lang="zh-CN" altLang="en-US" b="0" i="0" dirty="0">
                <a:solidFill>
                  <a:srgbClr val="333333"/>
                </a:solidFill>
                <a:effectLst/>
                <a:latin typeface="PingFang SC"/>
              </a:rPr>
              <a:t>存储在应对分析类查询场景中也有较多局限。</a:t>
            </a:r>
          </a:p>
          <a:p>
            <a:pPr algn="l"/>
            <a:r>
              <a:rPr lang="zh-CN" altLang="en-US" b="0" i="0" dirty="0">
                <a:solidFill>
                  <a:srgbClr val="333333"/>
                </a:solidFill>
                <a:effectLst/>
                <a:latin typeface="PingFang SC"/>
              </a:rPr>
              <a:t>实时</a:t>
            </a:r>
            <a:r>
              <a:rPr lang="en-US" altLang="zh-CN" b="0" i="0" dirty="0">
                <a:solidFill>
                  <a:srgbClr val="333333"/>
                </a:solidFill>
                <a:effectLst/>
                <a:latin typeface="PingFang SC"/>
              </a:rPr>
              <a:t>OLAP</a:t>
            </a:r>
            <a:r>
              <a:rPr lang="zh-CN" altLang="en-US" b="0" i="0" dirty="0">
                <a:solidFill>
                  <a:srgbClr val="333333"/>
                </a:solidFill>
                <a:effectLst/>
                <a:latin typeface="PingFang SC"/>
              </a:rPr>
              <a:t>怎么实现？有没有一种自带存储的实时计算引擎，当实时数据来了之后，可以灵活的在一定范围内自由计算，并且有一定的数据承载能力，同时支持分析查询响应呢？随着技术的发展，目前</a:t>
            </a:r>
            <a:r>
              <a:rPr lang="en-US" altLang="zh-CN" b="0" i="0" dirty="0">
                <a:solidFill>
                  <a:srgbClr val="333333"/>
                </a:solidFill>
                <a:effectLst/>
                <a:latin typeface="PingFang SC"/>
              </a:rPr>
              <a:t>MPP</a:t>
            </a:r>
            <a:r>
              <a:rPr lang="zh-CN" altLang="en-US" b="0" i="0" dirty="0">
                <a:solidFill>
                  <a:srgbClr val="333333"/>
                </a:solidFill>
                <a:effectLst/>
                <a:latin typeface="PingFang SC"/>
              </a:rPr>
              <a:t>引擎发展非常迅速，性能也在飞快提升，所以在这种场景下就有了一种新的可能。这里我们使用的是</a:t>
            </a:r>
            <a:r>
              <a:rPr lang="en-US" altLang="zh-CN" b="0" i="0" dirty="0">
                <a:solidFill>
                  <a:srgbClr val="333333"/>
                </a:solidFill>
                <a:effectLst/>
                <a:latin typeface="PingFang SC"/>
              </a:rPr>
              <a:t>Doris</a:t>
            </a:r>
            <a:r>
              <a:rPr lang="zh-CN" altLang="en-US" b="0" i="0" dirty="0">
                <a:solidFill>
                  <a:srgbClr val="333333"/>
                </a:solidFill>
                <a:effectLst/>
                <a:latin typeface="PingFang SC"/>
              </a:rPr>
              <a:t>引擎。</a:t>
            </a:r>
          </a:p>
          <a:p>
            <a:pPr algn="l"/>
            <a:r>
              <a:rPr lang="zh-CN" altLang="en-US" b="0" i="0" dirty="0">
                <a:solidFill>
                  <a:srgbClr val="333333"/>
                </a:solidFill>
                <a:effectLst/>
                <a:latin typeface="PingFang SC"/>
              </a:rPr>
              <a:t>这种想法在业内也已经有实践，且成为一个重要探索方向。阿里基于</a:t>
            </a:r>
            <a:r>
              <a:rPr lang="en-US" altLang="zh-CN" b="0" i="0" dirty="0">
                <a:solidFill>
                  <a:srgbClr val="333333"/>
                </a:solidFill>
                <a:effectLst/>
                <a:latin typeface="PingFang SC"/>
              </a:rPr>
              <a:t>ADB</a:t>
            </a:r>
            <a:r>
              <a:rPr lang="zh-CN" altLang="en-US" b="0" i="0" dirty="0">
                <a:solidFill>
                  <a:srgbClr val="333333"/>
                </a:solidFill>
                <a:effectLst/>
                <a:latin typeface="PingFang SC"/>
              </a:rPr>
              <a:t>的实时</a:t>
            </a:r>
            <a:r>
              <a:rPr lang="en-US" altLang="zh-CN" b="0" i="0" dirty="0">
                <a:solidFill>
                  <a:srgbClr val="333333"/>
                </a:solidFill>
                <a:effectLst/>
                <a:latin typeface="PingFang SC"/>
              </a:rPr>
              <a:t>OLAP</a:t>
            </a:r>
            <a:r>
              <a:rPr lang="zh-CN" altLang="en-US" b="0" i="0" dirty="0">
                <a:solidFill>
                  <a:srgbClr val="333333"/>
                </a:solidFill>
                <a:effectLst/>
                <a:latin typeface="PingFang SC"/>
              </a:rPr>
              <a:t>方案等。</a:t>
            </a:r>
          </a:p>
          <a:p>
            <a:endParaRPr lang="en-US" altLang="zh-CN" b="0" i="0" dirty="0">
              <a:solidFill>
                <a:srgbClr val="333333"/>
              </a:solidFill>
              <a:effectLst/>
              <a:latin typeface="PingFang SC"/>
            </a:endParaRPr>
          </a:p>
          <a:p>
            <a:r>
              <a:rPr lang="zh-CN" altLang="en-US" b="0" i="0" dirty="0">
                <a:solidFill>
                  <a:srgbClr val="333333"/>
                </a:solidFill>
                <a:effectLst/>
                <a:latin typeface="PingFang SC"/>
              </a:rPr>
              <a:t>总结起来，从整个实时数仓的建设角度来讲，首先数据建设的层次化要先建出来，先搭框架，然后定规范，每一层加工到什么程度，每一层用什么样的方式，当规范定义出来后，便于在生产上进行标准化的加工。由于要保证时效性，设计的时候，层次不能太多，对于实时性要求比较高的场景，基本可以走上图左侧的数据流，对于批量处理的需求，可以从实时明细层导入到实时</a:t>
            </a:r>
            <a:r>
              <a:rPr lang="en-US" altLang="zh-CN" b="0" i="0" dirty="0">
                <a:solidFill>
                  <a:srgbClr val="333333"/>
                </a:solidFill>
                <a:effectLst/>
                <a:latin typeface="PingFang SC"/>
              </a:rPr>
              <a:t>OLAP</a:t>
            </a:r>
            <a:r>
              <a:rPr lang="zh-CN" altLang="en-US" b="0" i="0" dirty="0">
                <a:solidFill>
                  <a:srgbClr val="333333"/>
                </a:solidFill>
                <a:effectLst/>
                <a:latin typeface="PingFang SC"/>
              </a:rPr>
              <a:t>引擎里，基于</a:t>
            </a:r>
            <a:r>
              <a:rPr lang="en-US" altLang="zh-CN" b="0" i="0" dirty="0">
                <a:solidFill>
                  <a:srgbClr val="333333"/>
                </a:solidFill>
                <a:effectLst/>
                <a:latin typeface="PingFang SC"/>
              </a:rPr>
              <a:t>OLAP</a:t>
            </a:r>
            <a:r>
              <a:rPr lang="zh-CN" altLang="en-US" b="0" i="0" dirty="0">
                <a:solidFill>
                  <a:srgbClr val="333333"/>
                </a:solidFill>
                <a:effectLst/>
                <a:latin typeface="PingFang SC"/>
              </a:rPr>
              <a:t>引擎自身的计算和查询能力进行快速的回撤计算，如上图右侧的数据流。</a:t>
            </a:r>
            <a:endParaRPr lang="zh-CN" altLang="en-US" dirty="0"/>
          </a:p>
        </p:txBody>
      </p:sp>
      <p:sp>
        <p:nvSpPr>
          <p:cNvPr id="4" name="Slide Number Placeholder 3"/>
          <p:cNvSpPr>
            <a:spLocks noGrp="1"/>
          </p:cNvSpPr>
          <p:nvPr>
            <p:ph type="sldNum" sz="quarter" idx="5"/>
          </p:nvPr>
        </p:nvSpPr>
        <p:spPr/>
        <p:txBody>
          <a:bodyPr/>
          <a:lstStyle/>
          <a:p>
            <a:fld id="{1B1D025B-ACD2-45C1-B156-1DDB470CE319}" type="slidenum">
              <a:rPr lang="en-GB" smtClean="0"/>
              <a:pPr/>
              <a:t>18</a:t>
            </a:fld>
            <a:endParaRPr lang="en-GB"/>
          </a:p>
        </p:txBody>
      </p:sp>
      <p:sp>
        <p:nvSpPr>
          <p:cNvPr id="5" name="Date Placeholder 4"/>
          <p:cNvSpPr>
            <a:spLocks noGrp="1"/>
          </p:cNvSpPr>
          <p:nvPr>
            <p:ph type="dt" idx="1"/>
          </p:nvPr>
        </p:nvSpPr>
        <p:spPr/>
        <p:txBody>
          <a:bodyPr/>
          <a:lstStyle/>
          <a:p>
            <a:fld id="{F3F2ABB9-169F-4449-81AD-20D63685EEB3}" type="datetime1">
              <a:rPr lang="en-GB" altLang="zh-HK" smtClean="0"/>
              <a:t>20/03/2024</a:t>
            </a:fld>
            <a:endParaRPr lang="en-GB"/>
          </a:p>
        </p:txBody>
      </p:sp>
      <p:sp>
        <p:nvSpPr>
          <p:cNvPr id="6" name="Header Placeholder 5"/>
          <p:cNvSpPr>
            <a:spLocks noGrp="1"/>
          </p:cNvSpPr>
          <p:nvPr>
            <p:ph type="hdr" sz="quarter"/>
          </p:nvPr>
        </p:nvSpPr>
        <p:spPr/>
        <p:txBody>
          <a:bodyPr/>
          <a:lstStyle/>
          <a:p>
            <a:endParaRPr lang="en-GB" dirty="0"/>
          </a:p>
        </p:txBody>
      </p:sp>
      <p:sp>
        <p:nvSpPr>
          <p:cNvPr id="7" name="Footer Placeholder 6"/>
          <p:cNvSpPr>
            <a:spLocks noGrp="1"/>
          </p:cNvSpPr>
          <p:nvPr>
            <p:ph type="ftr" sz="quarter" idx="4"/>
          </p:nvPr>
        </p:nvSpPr>
        <p:spPr/>
        <p:txBody>
          <a:bodyPr/>
          <a:lstStyle/>
          <a:p>
            <a:endParaRPr lang="en-GB" dirty="0"/>
          </a:p>
        </p:txBody>
      </p:sp>
    </p:spTree>
    <p:extLst>
      <p:ext uri="{BB962C8B-B14F-4D97-AF65-F5344CB8AC3E}">
        <p14:creationId xmlns:p14="http://schemas.microsoft.com/office/powerpoint/2010/main" val="8598655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3EC2906D-C91C-4D55-616A-0E01E668DAF5}"/>
              </a:ext>
            </a:extLst>
          </p:cNvPr>
          <p:cNvSpPr>
            <a:spLocks noGrp="1"/>
          </p:cNvSpPr>
          <p:nvPr>
            <p:ph type="pic" sz="quarter" idx="13" hasCustomPrompt="1"/>
          </p:nvPr>
        </p:nvSpPr>
        <p:spPr>
          <a:xfrm>
            <a:off x="0" y="0"/>
            <a:ext cx="12193200" cy="4012756"/>
          </a:xfrm>
          <a:custGeom>
            <a:avLst/>
            <a:gdLst>
              <a:gd name="connsiteX0" fmla="*/ 9441027 w 12193200"/>
              <a:gd name="connsiteY0" fmla="*/ 0 h 4012756"/>
              <a:gd name="connsiteX1" fmla="*/ 12193200 w 12193200"/>
              <a:gd name="connsiteY1" fmla="*/ 0 h 4012756"/>
              <a:gd name="connsiteX2" fmla="*/ 12193200 w 12193200"/>
              <a:gd name="connsiteY2" fmla="*/ 3541448 h 4012756"/>
              <a:gd name="connsiteX3" fmla="*/ 9441027 w 12193200"/>
              <a:gd name="connsiteY3" fmla="*/ 3541448 h 4012756"/>
              <a:gd name="connsiteX4" fmla="*/ 6290579 w 12193200"/>
              <a:gd name="connsiteY4" fmla="*/ 0 h 4012756"/>
              <a:gd name="connsiteX5" fmla="*/ 9042751 w 12193200"/>
              <a:gd name="connsiteY5" fmla="*/ 0 h 4012756"/>
              <a:gd name="connsiteX6" fmla="*/ 9042751 w 12193200"/>
              <a:gd name="connsiteY6" fmla="*/ 4012756 h 4012756"/>
              <a:gd name="connsiteX7" fmla="*/ 6290579 w 12193200"/>
              <a:gd name="connsiteY7" fmla="*/ 4012756 h 4012756"/>
              <a:gd name="connsiteX8" fmla="*/ 3145340 w 12193200"/>
              <a:gd name="connsiteY8" fmla="*/ 0 h 4012756"/>
              <a:gd name="connsiteX9" fmla="*/ 5897513 w 12193200"/>
              <a:gd name="connsiteY9" fmla="*/ 0 h 4012756"/>
              <a:gd name="connsiteX10" fmla="*/ 5897513 w 12193200"/>
              <a:gd name="connsiteY10" fmla="*/ 3070139 h 4012756"/>
              <a:gd name="connsiteX11" fmla="*/ 3145340 w 12193200"/>
              <a:gd name="connsiteY11" fmla="*/ 3070139 h 4012756"/>
              <a:gd name="connsiteX12" fmla="*/ 0 w 12193200"/>
              <a:gd name="connsiteY12" fmla="*/ 0 h 4012756"/>
              <a:gd name="connsiteX13" fmla="*/ 2752174 w 12193200"/>
              <a:gd name="connsiteY13" fmla="*/ 0 h 4012756"/>
              <a:gd name="connsiteX14" fmla="*/ 2752174 w 12193200"/>
              <a:gd name="connsiteY14" fmla="*/ 2373009 h 4012756"/>
              <a:gd name="connsiteX15" fmla="*/ 0 w 12193200"/>
              <a:gd name="connsiteY15" fmla="*/ 2373009 h 401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3200" h="4012756">
                <a:moveTo>
                  <a:pt x="9441027" y="0"/>
                </a:moveTo>
                <a:lnTo>
                  <a:pt x="12193200" y="0"/>
                </a:lnTo>
                <a:lnTo>
                  <a:pt x="12193200" y="3541448"/>
                </a:lnTo>
                <a:lnTo>
                  <a:pt x="9441027" y="3541448"/>
                </a:lnTo>
                <a:close/>
                <a:moveTo>
                  <a:pt x="6290579" y="0"/>
                </a:moveTo>
                <a:lnTo>
                  <a:pt x="9042751" y="0"/>
                </a:lnTo>
                <a:lnTo>
                  <a:pt x="9042751" y="4012756"/>
                </a:lnTo>
                <a:lnTo>
                  <a:pt x="6290579" y="4012756"/>
                </a:lnTo>
                <a:close/>
                <a:moveTo>
                  <a:pt x="3145340" y="0"/>
                </a:moveTo>
                <a:lnTo>
                  <a:pt x="5897513" y="0"/>
                </a:lnTo>
                <a:lnTo>
                  <a:pt x="5897513" y="3070139"/>
                </a:lnTo>
                <a:lnTo>
                  <a:pt x="3145340" y="3070139"/>
                </a:lnTo>
                <a:close/>
                <a:moveTo>
                  <a:pt x="0" y="0"/>
                </a:moveTo>
                <a:lnTo>
                  <a:pt x="2752174" y="0"/>
                </a:lnTo>
                <a:lnTo>
                  <a:pt x="2752174" y="2373009"/>
                </a:lnTo>
                <a:lnTo>
                  <a:pt x="0" y="2373009"/>
                </a:lnTo>
                <a:close/>
              </a:path>
            </a:pathLst>
          </a:custGeom>
          <a:blipFill>
            <a:blip r:embed="rId2"/>
            <a:stretch>
              <a:fillRect/>
            </a:stretch>
          </a:blipFill>
        </p:spPr>
        <p:txBody>
          <a:bodyPr wrap="square" lIns="6300000" tIns="0" anchor="ctr" anchorCtr="0">
            <a:noAutofit/>
          </a:bodyPr>
          <a:lstStyle>
            <a:lvl1pPr marL="0" indent="0" algn="l">
              <a:buNone/>
              <a:defRPr sz="1400">
                <a:solidFill>
                  <a:schemeClr val="bg1"/>
                </a:solidFill>
              </a:defRPr>
            </a:lvl1pPr>
          </a:lstStyle>
          <a:p>
            <a:r>
              <a:rPr lang="en-US" altLang="zh-CN"/>
              <a:t>Click to add picture</a:t>
            </a:r>
            <a:endParaRPr lang="zh-CN" altLang="en-US" dirty="0"/>
          </a:p>
        </p:txBody>
      </p:sp>
      <p:sp>
        <p:nvSpPr>
          <p:cNvPr id="10" name="Logo Placeholder 9"/>
          <p:cNvSpPr>
            <a:spLocks noGrp="1"/>
          </p:cNvSpPr>
          <p:nvPr>
            <p:ph type="body" sz="quarter" idx="14" hasCustomPrompt="1"/>
          </p:nvPr>
        </p:nvSpPr>
        <p:spPr>
          <a:xfrm>
            <a:off x="432000" y="432000"/>
            <a:ext cx="774000" cy="29973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p:cNvSpPr>
            <a:spLocks noGrp="1"/>
          </p:cNvSpPr>
          <p:nvPr>
            <p:ph type="ctrTitle" hasCustomPrompt="1"/>
          </p:nvPr>
        </p:nvSpPr>
        <p:spPr>
          <a:xfrm>
            <a:off x="432000" y="4089600"/>
            <a:ext cx="5500800" cy="1476000"/>
          </a:xfrm>
        </p:spPr>
        <p:txBody>
          <a:bodyPr anchor="b"/>
          <a:lstStyle>
            <a:lvl1pPr algn="l">
              <a:defRPr sz="4800" spc="-100" baseline="0"/>
            </a:lvl1pPr>
          </a:lstStyle>
          <a:p>
            <a:r>
              <a:rPr lang="en-US" altLang="zh-CN" dirty="0"/>
              <a:t>Click to add title</a:t>
            </a:r>
            <a:endParaRPr lang="zh-CN" altLang="en-US" dirty="0"/>
          </a:p>
        </p:txBody>
      </p:sp>
      <p:sp>
        <p:nvSpPr>
          <p:cNvPr id="5" name="Text Placeholder 4">
            <a:extLst>
              <a:ext uri="{FF2B5EF4-FFF2-40B4-BE49-F238E27FC236}">
                <a16:creationId xmlns:a16="http://schemas.microsoft.com/office/drawing/2014/main" id="{D26E56AE-F93B-3A82-4B1F-0864FE95C34A}"/>
              </a:ext>
            </a:extLst>
          </p:cNvPr>
          <p:cNvSpPr>
            <a:spLocks noGrp="1"/>
          </p:cNvSpPr>
          <p:nvPr>
            <p:ph type="body" sz="quarter" idx="19" hasCustomPrompt="1"/>
          </p:nvPr>
        </p:nvSpPr>
        <p:spPr>
          <a:xfrm>
            <a:off x="431762" y="5642444"/>
            <a:ext cx="5500799" cy="350369"/>
          </a:xfrm>
        </p:spPr>
        <p:txBody>
          <a:bodyPr/>
          <a:lstStyle>
            <a:lvl1pPr marL="0" indent="0">
              <a:lnSpc>
                <a:spcPct val="110000"/>
              </a:lnSpc>
              <a:spcBef>
                <a:spcPts val="0"/>
              </a:spcBef>
              <a:spcAft>
                <a:spcPts val="0"/>
              </a:spcAft>
              <a:buFontTx/>
              <a:buNone/>
              <a:defRPr sz="1400"/>
            </a:lvl1pPr>
            <a:lvl2pPr marL="0" indent="0">
              <a:lnSpc>
                <a:spcPct val="110000"/>
              </a:lnSpc>
              <a:spcBef>
                <a:spcPts val="0"/>
              </a:spcBef>
              <a:spcAft>
                <a:spcPts val="0"/>
              </a:spcAft>
              <a:buFontTx/>
              <a:buNone/>
              <a:defRPr sz="1400"/>
            </a:lvl2pPr>
            <a:lvl3pPr marL="0" indent="0">
              <a:lnSpc>
                <a:spcPct val="110000"/>
              </a:lnSpc>
              <a:spcBef>
                <a:spcPts val="0"/>
              </a:spcBef>
              <a:spcAft>
                <a:spcPts val="0"/>
              </a:spcAft>
              <a:buFontTx/>
              <a:buNone/>
              <a:defRPr sz="1400"/>
            </a:lvl3pPr>
            <a:lvl4pPr marL="0" indent="0">
              <a:lnSpc>
                <a:spcPct val="110000"/>
              </a:lnSpc>
              <a:spcBef>
                <a:spcPts val="0"/>
              </a:spcBef>
              <a:spcAft>
                <a:spcPts val="0"/>
              </a:spcAft>
              <a:buFontTx/>
              <a:buNone/>
              <a:defRPr sz="1400"/>
            </a:lvl4pPr>
            <a:lvl5pPr marL="0" indent="0">
              <a:lnSpc>
                <a:spcPct val="110000"/>
              </a:lnSpc>
              <a:spcBef>
                <a:spcPts val="0"/>
              </a:spcBef>
              <a:spcAft>
                <a:spcPts val="0"/>
              </a:spcAft>
              <a:buFontTx/>
              <a:buNone/>
              <a:defRPr sz="1400"/>
            </a:lvl5pPr>
            <a:lvl6pPr>
              <a:lnSpc>
                <a:spcPct val="110000"/>
              </a:lnSpc>
              <a:spcBef>
                <a:spcPts val="0"/>
              </a:spcBef>
              <a:spcAft>
                <a:spcPts val="0"/>
              </a:spcAft>
              <a:buNone/>
              <a:defRPr sz="1400">
                <a:solidFill>
                  <a:schemeClr val="tx1"/>
                </a:solidFill>
                <a:latin typeface="+mn-lt"/>
              </a:defRPr>
            </a:lvl6pPr>
            <a:lvl7pPr marL="0" indent="0">
              <a:lnSpc>
                <a:spcPct val="110000"/>
              </a:lnSpc>
              <a:spcBef>
                <a:spcPts val="0"/>
              </a:spcBef>
              <a:spcAft>
                <a:spcPts val="0"/>
              </a:spcAft>
              <a:buNone/>
              <a:defRPr sz="1400">
                <a:solidFill>
                  <a:schemeClr val="tx1"/>
                </a:solidFill>
                <a:latin typeface="+mn-lt"/>
              </a:defRPr>
            </a:lvl7pPr>
            <a:lvl8pPr>
              <a:lnSpc>
                <a:spcPct val="110000"/>
              </a:lnSpc>
              <a:spcBef>
                <a:spcPts val="0"/>
              </a:spcBef>
              <a:spcAft>
                <a:spcPts val="0"/>
              </a:spcAft>
              <a:buNone/>
              <a:defRPr sz="1400">
                <a:solidFill>
                  <a:schemeClr val="tx1"/>
                </a:solidFill>
                <a:latin typeface="+mn-lt"/>
              </a:defRPr>
            </a:lvl8pPr>
            <a:lvl9pPr>
              <a:lnSpc>
                <a:spcPct val="110000"/>
              </a:lnSpc>
              <a:spcBef>
                <a:spcPts val="0"/>
              </a:spcBef>
              <a:spcAft>
                <a:spcPts val="0"/>
              </a:spcAft>
              <a:buNone/>
              <a:defRPr sz="1400">
                <a:solidFill>
                  <a:schemeClr val="tx1"/>
                </a:solidFill>
                <a:latin typeface="+mn-lt"/>
              </a:defRPr>
            </a:lvl9pPr>
          </a:lstStyle>
          <a:p>
            <a:pPr lvl="0"/>
            <a:r>
              <a:rPr lang="en-US" altLang="zh-CN"/>
              <a:t>Click to add subtitle</a:t>
            </a:r>
            <a:endParaRPr lang="zh-CN" altLang="en-US" dirty="0"/>
          </a:p>
        </p:txBody>
      </p:sp>
      <p:pic>
        <p:nvPicPr>
          <p:cNvPr id="45" name="Tagline">
            <a:extLst>
              <a:ext uri="{FF2B5EF4-FFF2-40B4-BE49-F238E27FC236}">
                <a16:creationId xmlns:a16="http://schemas.microsoft.com/office/drawing/2014/main" id="{6633AAE2-0757-ABFB-DFAE-D8049C18005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92226" y="6032713"/>
            <a:ext cx="1268011" cy="432000"/>
          </a:xfrm>
          <a:prstGeom prst="rect">
            <a:avLst/>
          </a:prstGeom>
        </p:spPr>
      </p:pic>
      <p:sp>
        <p:nvSpPr>
          <p:cNvPr id="4" name="Date Placeholder 3">
            <a:extLst>
              <a:ext uri="{FF2B5EF4-FFF2-40B4-BE49-F238E27FC236}">
                <a16:creationId xmlns:a16="http://schemas.microsoft.com/office/drawing/2014/main" id="{77F86887-0250-80F2-C728-8664557D7DF1}"/>
              </a:ext>
            </a:extLst>
          </p:cNvPr>
          <p:cNvSpPr>
            <a:spLocks noGrp="1"/>
          </p:cNvSpPr>
          <p:nvPr>
            <p:ph type="dt" sz="half" idx="20"/>
          </p:nvPr>
        </p:nvSpPr>
        <p:spPr/>
        <p:txBody>
          <a:bodyPr/>
          <a:lstStyle/>
          <a:p>
            <a:fld id="{8737B89C-F8D8-45A9-96AC-C03011F4F61A}"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81608111-67B9-5864-C810-CF4871B1C5B0}"/>
              </a:ext>
            </a:extLst>
          </p:cNvPr>
          <p:cNvSpPr>
            <a:spLocks noGrp="1"/>
          </p:cNvSpPr>
          <p:nvPr>
            <p:ph type="ftr" sz="quarter" idx="21"/>
          </p:nvPr>
        </p:nvSpPr>
        <p:spPr>
          <a:xfrm>
            <a:off x="2048401" y="6271200"/>
            <a:ext cx="3883025" cy="180000"/>
          </a:xfrm>
        </p:spPr>
        <p:txBody>
          <a:bodyPr/>
          <a:lstStyle/>
          <a:p>
            <a:endParaRPr lang="zh-CN" altLang="en-US" dirty="0"/>
          </a:p>
        </p:txBody>
      </p:sp>
      <p:sp>
        <p:nvSpPr>
          <p:cNvPr id="3" name="Slide Number Placeholder 10" hidden="1">
            <a:extLst>
              <a:ext uri="{FF2B5EF4-FFF2-40B4-BE49-F238E27FC236}">
                <a16:creationId xmlns:a16="http://schemas.microsoft.com/office/drawing/2014/main" id="{3AF6C9C4-949A-BA14-36E0-6383497D22C8}"/>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148571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750"/>
                                        <p:tgtEl>
                                          <p:spTgt spid="2"/>
                                        </p:tgtEl>
                                      </p:cBhvr>
                                    </p:animEffect>
                                    <p:anim calcmode="lin" valueType="num">
                                      <p:cBhvr>
                                        <p:cTn id="8" dur="1750" fill="hold"/>
                                        <p:tgtEl>
                                          <p:spTgt spid="2"/>
                                        </p:tgtEl>
                                        <p:attrNameLst>
                                          <p:attrName>ppt_x</p:attrName>
                                        </p:attrNameLst>
                                      </p:cBhvr>
                                      <p:tavLst>
                                        <p:tav tm="0">
                                          <p:val>
                                            <p:strVal val="#ppt_x"/>
                                          </p:val>
                                        </p:tav>
                                        <p:tav tm="100000">
                                          <p:val>
                                            <p:strVal val="#ppt_x"/>
                                          </p:val>
                                        </p:tav>
                                      </p:tavLst>
                                    </p:anim>
                                    <p:anim calcmode="lin" valueType="num">
                                      <p:cBhvr>
                                        <p:cTn id="9" dur="1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917DAC8-9FE5-D6A1-5A38-BC46E4D30942}"/>
              </a:ext>
            </a:extLst>
          </p:cNvPr>
          <p:cNvSpPr>
            <a:spLocks noGrp="1"/>
          </p:cNvSpPr>
          <p:nvPr>
            <p:ph type="pic" sz="quarter" idx="13" hasCustomPrompt="1"/>
          </p:nvPr>
        </p:nvSpPr>
        <p:spPr>
          <a:xfrm>
            <a:off x="3145340" y="0"/>
            <a:ext cx="9047860" cy="4012756"/>
          </a:xfrm>
          <a:custGeom>
            <a:avLst/>
            <a:gdLst>
              <a:gd name="connsiteX0" fmla="*/ 6295687 w 9047860"/>
              <a:gd name="connsiteY0" fmla="*/ 0 h 4012756"/>
              <a:gd name="connsiteX1" fmla="*/ 9047860 w 9047860"/>
              <a:gd name="connsiteY1" fmla="*/ 0 h 4012756"/>
              <a:gd name="connsiteX2" fmla="*/ 9047860 w 9047860"/>
              <a:gd name="connsiteY2" fmla="*/ 3541448 h 4012756"/>
              <a:gd name="connsiteX3" fmla="*/ 6295687 w 9047860"/>
              <a:gd name="connsiteY3" fmla="*/ 3541448 h 4012756"/>
              <a:gd name="connsiteX4" fmla="*/ 3145239 w 9047860"/>
              <a:gd name="connsiteY4" fmla="*/ 0 h 4012756"/>
              <a:gd name="connsiteX5" fmla="*/ 5897411 w 9047860"/>
              <a:gd name="connsiteY5" fmla="*/ 0 h 4012756"/>
              <a:gd name="connsiteX6" fmla="*/ 5897411 w 9047860"/>
              <a:gd name="connsiteY6" fmla="*/ 4012756 h 4012756"/>
              <a:gd name="connsiteX7" fmla="*/ 3145239 w 9047860"/>
              <a:gd name="connsiteY7" fmla="*/ 4012756 h 4012756"/>
              <a:gd name="connsiteX8" fmla="*/ 0 w 9047860"/>
              <a:gd name="connsiteY8" fmla="*/ 0 h 4012756"/>
              <a:gd name="connsiteX9" fmla="*/ 2752173 w 9047860"/>
              <a:gd name="connsiteY9" fmla="*/ 0 h 4012756"/>
              <a:gd name="connsiteX10" fmla="*/ 2752173 w 9047860"/>
              <a:gd name="connsiteY10" fmla="*/ 3070139 h 4012756"/>
              <a:gd name="connsiteX11" fmla="*/ 0 w 9047860"/>
              <a:gd name="connsiteY11" fmla="*/ 3070139 h 401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47860" h="4012756">
                <a:moveTo>
                  <a:pt x="6295687" y="0"/>
                </a:moveTo>
                <a:lnTo>
                  <a:pt x="9047860" y="0"/>
                </a:lnTo>
                <a:lnTo>
                  <a:pt x="9047860" y="3541448"/>
                </a:lnTo>
                <a:lnTo>
                  <a:pt x="6295687" y="3541448"/>
                </a:lnTo>
                <a:close/>
                <a:moveTo>
                  <a:pt x="3145239" y="0"/>
                </a:moveTo>
                <a:lnTo>
                  <a:pt x="5897411" y="0"/>
                </a:lnTo>
                <a:lnTo>
                  <a:pt x="5897411" y="4012756"/>
                </a:lnTo>
                <a:lnTo>
                  <a:pt x="3145239" y="4012756"/>
                </a:lnTo>
                <a:close/>
                <a:moveTo>
                  <a:pt x="0" y="0"/>
                </a:moveTo>
                <a:lnTo>
                  <a:pt x="2752173" y="0"/>
                </a:lnTo>
                <a:lnTo>
                  <a:pt x="2752173" y="3070139"/>
                </a:lnTo>
                <a:lnTo>
                  <a:pt x="0" y="3070139"/>
                </a:lnTo>
                <a:close/>
              </a:path>
            </a:pathLst>
          </a:custGeom>
          <a:blipFill>
            <a:blip r:embed="rId2"/>
            <a:stretch>
              <a:fillRect/>
            </a:stretch>
          </a:blipFill>
        </p:spPr>
        <p:txBody>
          <a:bodyPr wrap="square" lIns="0" tIns="576000" anchor="ctr" anchorCtr="0">
            <a:noAutofit/>
          </a:bodyPr>
          <a:lstStyle>
            <a:lvl1pPr marL="0" indent="0" algn="ctr">
              <a:buNone/>
              <a:defRPr sz="1400">
                <a:solidFill>
                  <a:schemeClr val="bg1"/>
                </a:solidFill>
              </a:defRPr>
            </a:lvl1pPr>
          </a:lstStyle>
          <a:p>
            <a:r>
              <a:rPr lang="en-US" altLang="zh-CN"/>
              <a:t>Click to add picture</a:t>
            </a:r>
            <a:endParaRPr lang="zh-CN" altLang="en-US" dirty="0"/>
          </a:p>
        </p:txBody>
      </p:sp>
      <p:sp>
        <p:nvSpPr>
          <p:cNvPr id="2" name="Title 1"/>
          <p:cNvSpPr>
            <a:spLocks noGrp="1"/>
          </p:cNvSpPr>
          <p:nvPr>
            <p:ph type="ctrTitle" hasCustomPrompt="1"/>
          </p:nvPr>
        </p:nvSpPr>
        <p:spPr>
          <a:xfrm>
            <a:off x="432000" y="4089600"/>
            <a:ext cx="5500800" cy="1476000"/>
          </a:xfrm>
        </p:spPr>
        <p:txBody>
          <a:bodyPr anchor="b"/>
          <a:lstStyle>
            <a:lvl1pPr algn="l">
              <a:defRPr sz="4800" spc="-100" baseline="0"/>
            </a:lvl1pPr>
          </a:lstStyle>
          <a:p>
            <a:r>
              <a:rPr lang="en-US" altLang="zh-CN" dirty="0"/>
              <a:t>Click to add title</a:t>
            </a:r>
            <a:endParaRPr lang="zh-CN" altLang="en-US" dirty="0"/>
          </a:p>
        </p:txBody>
      </p:sp>
      <p:sp>
        <p:nvSpPr>
          <p:cNvPr id="7" name="Text Placeholder 4">
            <a:extLst>
              <a:ext uri="{FF2B5EF4-FFF2-40B4-BE49-F238E27FC236}">
                <a16:creationId xmlns:a16="http://schemas.microsoft.com/office/drawing/2014/main" id="{3B0351BF-602B-98FD-04C1-7A5DCCB8E4F2}"/>
              </a:ext>
            </a:extLst>
          </p:cNvPr>
          <p:cNvSpPr>
            <a:spLocks noGrp="1"/>
          </p:cNvSpPr>
          <p:nvPr>
            <p:ph type="body" sz="quarter" idx="19" hasCustomPrompt="1"/>
          </p:nvPr>
        </p:nvSpPr>
        <p:spPr>
          <a:xfrm>
            <a:off x="431762" y="5642444"/>
            <a:ext cx="5500799" cy="350369"/>
          </a:xfrm>
        </p:spPr>
        <p:txBody>
          <a:bodyPr/>
          <a:lstStyle>
            <a:lvl1pPr marL="0" indent="0">
              <a:lnSpc>
                <a:spcPct val="110000"/>
              </a:lnSpc>
              <a:spcBef>
                <a:spcPts val="0"/>
              </a:spcBef>
              <a:spcAft>
                <a:spcPts val="0"/>
              </a:spcAft>
              <a:buFontTx/>
              <a:buNone/>
              <a:defRPr sz="1400"/>
            </a:lvl1pPr>
            <a:lvl2pPr marL="0" indent="0">
              <a:lnSpc>
                <a:spcPct val="110000"/>
              </a:lnSpc>
              <a:spcBef>
                <a:spcPts val="0"/>
              </a:spcBef>
              <a:spcAft>
                <a:spcPts val="0"/>
              </a:spcAft>
              <a:buFontTx/>
              <a:buNone/>
              <a:defRPr sz="1400"/>
            </a:lvl2pPr>
            <a:lvl3pPr marL="0" indent="0">
              <a:lnSpc>
                <a:spcPct val="110000"/>
              </a:lnSpc>
              <a:spcBef>
                <a:spcPts val="0"/>
              </a:spcBef>
              <a:spcAft>
                <a:spcPts val="0"/>
              </a:spcAft>
              <a:buFontTx/>
              <a:buNone/>
              <a:defRPr sz="1400"/>
            </a:lvl3pPr>
            <a:lvl4pPr marL="0" indent="0">
              <a:lnSpc>
                <a:spcPct val="110000"/>
              </a:lnSpc>
              <a:spcBef>
                <a:spcPts val="0"/>
              </a:spcBef>
              <a:spcAft>
                <a:spcPts val="0"/>
              </a:spcAft>
              <a:buFontTx/>
              <a:buNone/>
              <a:defRPr sz="1400"/>
            </a:lvl4pPr>
            <a:lvl5pPr marL="0" indent="0">
              <a:lnSpc>
                <a:spcPct val="110000"/>
              </a:lnSpc>
              <a:spcBef>
                <a:spcPts val="0"/>
              </a:spcBef>
              <a:spcAft>
                <a:spcPts val="0"/>
              </a:spcAft>
              <a:buFontTx/>
              <a:buNone/>
              <a:defRPr sz="1400"/>
            </a:lvl5pPr>
            <a:lvl6pPr>
              <a:lnSpc>
                <a:spcPct val="110000"/>
              </a:lnSpc>
              <a:spcBef>
                <a:spcPts val="0"/>
              </a:spcBef>
              <a:spcAft>
                <a:spcPts val="0"/>
              </a:spcAft>
              <a:buNone/>
              <a:defRPr sz="1400">
                <a:solidFill>
                  <a:schemeClr val="tx1"/>
                </a:solidFill>
                <a:latin typeface="+mn-lt"/>
              </a:defRPr>
            </a:lvl6pPr>
            <a:lvl7pPr marL="0" indent="0">
              <a:lnSpc>
                <a:spcPct val="110000"/>
              </a:lnSpc>
              <a:spcBef>
                <a:spcPts val="0"/>
              </a:spcBef>
              <a:spcAft>
                <a:spcPts val="0"/>
              </a:spcAft>
              <a:buNone/>
              <a:defRPr sz="1400">
                <a:solidFill>
                  <a:schemeClr val="tx1"/>
                </a:solidFill>
                <a:latin typeface="+mn-lt"/>
              </a:defRPr>
            </a:lvl7pPr>
            <a:lvl8pPr>
              <a:lnSpc>
                <a:spcPct val="110000"/>
              </a:lnSpc>
              <a:spcBef>
                <a:spcPts val="0"/>
              </a:spcBef>
              <a:spcAft>
                <a:spcPts val="0"/>
              </a:spcAft>
              <a:buNone/>
              <a:defRPr sz="1400">
                <a:solidFill>
                  <a:schemeClr val="tx1"/>
                </a:solidFill>
                <a:latin typeface="+mn-lt"/>
              </a:defRPr>
            </a:lvl8pPr>
            <a:lvl9pPr>
              <a:lnSpc>
                <a:spcPct val="110000"/>
              </a:lnSpc>
              <a:spcBef>
                <a:spcPts val="0"/>
              </a:spcBef>
              <a:spcAft>
                <a:spcPts val="0"/>
              </a:spcAft>
              <a:buNone/>
              <a:defRPr sz="1400">
                <a:solidFill>
                  <a:schemeClr val="tx1"/>
                </a:solidFill>
                <a:latin typeface="+mn-lt"/>
              </a:defRPr>
            </a:lvl9pPr>
          </a:lstStyle>
          <a:p>
            <a:pPr lvl="0"/>
            <a:r>
              <a:rPr lang="en-US" altLang="zh-CN"/>
              <a:t>Click to add subtitle</a:t>
            </a:r>
            <a:endParaRPr lang="zh-CN" altLang="en-US" dirty="0"/>
          </a:p>
        </p:txBody>
      </p:sp>
      <p:pic>
        <p:nvPicPr>
          <p:cNvPr id="6" name="Logo">
            <a:extLst>
              <a:ext uri="{FF2B5EF4-FFF2-40B4-BE49-F238E27FC236}">
                <a16:creationId xmlns:a16="http://schemas.microsoft.com/office/drawing/2014/main" id="{FF434E18-D4E3-64FA-64DD-DCA37303D81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2000" y="432000"/>
            <a:ext cx="774000" cy="299738"/>
          </a:xfrm>
          <a:prstGeom prst="rect">
            <a:avLst/>
          </a:prstGeom>
        </p:spPr>
      </p:pic>
      <p:pic>
        <p:nvPicPr>
          <p:cNvPr id="4" name="Tagline">
            <a:extLst>
              <a:ext uri="{FF2B5EF4-FFF2-40B4-BE49-F238E27FC236}">
                <a16:creationId xmlns:a16="http://schemas.microsoft.com/office/drawing/2014/main" id="{03B2A279-85BA-9C4C-C3E5-A0609D1328F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92226" y="6032713"/>
            <a:ext cx="1268011" cy="432000"/>
          </a:xfrm>
          <a:prstGeom prst="rect">
            <a:avLst/>
          </a:prstGeom>
        </p:spPr>
      </p:pic>
      <p:sp>
        <p:nvSpPr>
          <p:cNvPr id="8" name="Date Placeholder 7">
            <a:extLst>
              <a:ext uri="{FF2B5EF4-FFF2-40B4-BE49-F238E27FC236}">
                <a16:creationId xmlns:a16="http://schemas.microsoft.com/office/drawing/2014/main" id="{2F66E48D-DBFB-AD92-6073-15C3BBC633F0}"/>
              </a:ext>
            </a:extLst>
          </p:cNvPr>
          <p:cNvSpPr>
            <a:spLocks noGrp="1"/>
          </p:cNvSpPr>
          <p:nvPr>
            <p:ph type="dt" sz="half" idx="20"/>
          </p:nvPr>
        </p:nvSpPr>
        <p:spPr/>
        <p:txBody>
          <a:bodyPr/>
          <a:lstStyle/>
          <a:p>
            <a:fld id="{2CB5AEDB-8A00-44DB-A119-A4F69683A6FF}" type="datetime2">
              <a:rPr lang="zh-CN" altLang="en-US" smtClean="0"/>
              <a:t>2024年3月20日</a:t>
            </a:fld>
            <a:endParaRPr lang="zh-CN" altLang="en-US" dirty="0"/>
          </a:p>
        </p:txBody>
      </p:sp>
      <p:sp>
        <p:nvSpPr>
          <p:cNvPr id="10" name="Footer Placeholder 9">
            <a:extLst>
              <a:ext uri="{FF2B5EF4-FFF2-40B4-BE49-F238E27FC236}">
                <a16:creationId xmlns:a16="http://schemas.microsoft.com/office/drawing/2014/main" id="{619E3BE3-F0EB-96BA-89DD-BCA90A71AE20}"/>
              </a:ext>
            </a:extLst>
          </p:cNvPr>
          <p:cNvSpPr>
            <a:spLocks noGrp="1"/>
          </p:cNvSpPr>
          <p:nvPr>
            <p:ph type="ftr" sz="quarter" idx="21"/>
          </p:nvPr>
        </p:nvSpPr>
        <p:spPr>
          <a:xfrm>
            <a:off x="2048400" y="6271200"/>
            <a:ext cx="3883098" cy="180000"/>
          </a:xfrm>
        </p:spPr>
        <p:txBody>
          <a:bodyPr/>
          <a:lstStyle/>
          <a:p>
            <a:endParaRPr lang="zh-CN" altLang="en-US" dirty="0"/>
          </a:p>
        </p:txBody>
      </p:sp>
      <p:sp>
        <p:nvSpPr>
          <p:cNvPr id="3" name="Slide Number Placeholder 10" hidden="1">
            <a:extLst>
              <a:ext uri="{FF2B5EF4-FFF2-40B4-BE49-F238E27FC236}">
                <a16:creationId xmlns:a16="http://schemas.microsoft.com/office/drawing/2014/main" id="{016FA8B8-C05F-E46F-B2C4-D1DC788E1757}"/>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363221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750"/>
                                        <p:tgtEl>
                                          <p:spTgt spid="2"/>
                                        </p:tgtEl>
                                      </p:cBhvr>
                                    </p:animEffect>
                                    <p:anim calcmode="lin" valueType="num">
                                      <p:cBhvr>
                                        <p:cTn id="8" dur="1750" fill="hold"/>
                                        <p:tgtEl>
                                          <p:spTgt spid="2"/>
                                        </p:tgtEl>
                                        <p:attrNameLst>
                                          <p:attrName>ppt_x</p:attrName>
                                        </p:attrNameLst>
                                      </p:cBhvr>
                                      <p:tavLst>
                                        <p:tav tm="0">
                                          <p:val>
                                            <p:strVal val="#ppt_x"/>
                                          </p:val>
                                        </p:tav>
                                        <p:tav tm="100000">
                                          <p:val>
                                            <p:strVal val="#ppt_x"/>
                                          </p:val>
                                        </p:tav>
                                      </p:tavLst>
                                    </p:anim>
                                    <p:anim calcmode="lin" valueType="num">
                                      <p:cBhvr>
                                        <p:cTn id="9" dur="1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C">
    <p:spTree>
      <p:nvGrpSpPr>
        <p:cNvPr id="1" name=""/>
        <p:cNvGrpSpPr/>
        <p:nvPr/>
      </p:nvGrpSpPr>
      <p:grpSpPr>
        <a:xfrm>
          <a:off x="0" y="0"/>
          <a:ext cx="0" cy="0"/>
          <a:chOff x="0" y="0"/>
          <a:chExt cx="0" cy="0"/>
        </a:xfrm>
      </p:grpSpPr>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
        <p:nvSpPr>
          <p:cNvPr id="40" name="Picture Placeholder 39">
            <a:extLst>
              <a:ext uri="{FF2B5EF4-FFF2-40B4-BE49-F238E27FC236}">
                <a16:creationId xmlns:a16="http://schemas.microsoft.com/office/drawing/2014/main" id="{3EC2906D-C91C-4D55-616A-0E01E668DAF5}"/>
              </a:ext>
            </a:extLst>
          </p:cNvPr>
          <p:cNvSpPr>
            <a:spLocks noGrp="1"/>
          </p:cNvSpPr>
          <p:nvPr>
            <p:ph type="pic" sz="quarter" idx="13" hasCustomPrompt="1"/>
          </p:nvPr>
        </p:nvSpPr>
        <p:spPr>
          <a:xfrm>
            <a:off x="0" y="0"/>
            <a:ext cx="12193200" cy="4012756"/>
          </a:xfrm>
          <a:custGeom>
            <a:avLst/>
            <a:gdLst>
              <a:gd name="connsiteX0" fmla="*/ 9441027 w 12193200"/>
              <a:gd name="connsiteY0" fmla="*/ 0 h 4012756"/>
              <a:gd name="connsiteX1" fmla="*/ 12193200 w 12193200"/>
              <a:gd name="connsiteY1" fmla="*/ 0 h 4012756"/>
              <a:gd name="connsiteX2" fmla="*/ 12193200 w 12193200"/>
              <a:gd name="connsiteY2" fmla="*/ 3541448 h 4012756"/>
              <a:gd name="connsiteX3" fmla="*/ 9441027 w 12193200"/>
              <a:gd name="connsiteY3" fmla="*/ 3541448 h 4012756"/>
              <a:gd name="connsiteX4" fmla="*/ 6290579 w 12193200"/>
              <a:gd name="connsiteY4" fmla="*/ 0 h 4012756"/>
              <a:gd name="connsiteX5" fmla="*/ 9042751 w 12193200"/>
              <a:gd name="connsiteY5" fmla="*/ 0 h 4012756"/>
              <a:gd name="connsiteX6" fmla="*/ 9042751 w 12193200"/>
              <a:gd name="connsiteY6" fmla="*/ 4012756 h 4012756"/>
              <a:gd name="connsiteX7" fmla="*/ 6290579 w 12193200"/>
              <a:gd name="connsiteY7" fmla="*/ 4012756 h 4012756"/>
              <a:gd name="connsiteX8" fmla="*/ 3145340 w 12193200"/>
              <a:gd name="connsiteY8" fmla="*/ 0 h 4012756"/>
              <a:gd name="connsiteX9" fmla="*/ 5897513 w 12193200"/>
              <a:gd name="connsiteY9" fmla="*/ 0 h 4012756"/>
              <a:gd name="connsiteX10" fmla="*/ 5897513 w 12193200"/>
              <a:gd name="connsiteY10" fmla="*/ 3070139 h 4012756"/>
              <a:gd name="connsiteX11" fmla="*/ 3145340 w 12193200"/>
              <a:gd name="connsiteY11" fmla="*/ 3070139 h 4012756"/>
              <a:gd name="connsiteX12" fmla="*/ 0 w 12193200"/>
              <a:gd name="connsiteY12" fmla="*/ 0 h 4012756"/>
              <a:gd name="connsiteX13" fmla="*/ 2752174 w 12193200"/>
              <a:gd name="connsiteY13" fmla="*/ 0 h 4012756"/>
              <a:gd name="connsiteX14" fmla="*/ 2752174 w 12193200"/>
              <a:gd name="connsiteY14" fmla="*/ 2373009 h 4012756"/>
              <a:gd name="connsiteX15" fmla="*/ 0 w 12193200"/>
              <a:gd name="connsiteY15" fmla="*/ 2373009 h 401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3200" h="4012756">
                <a:moveTo>
                  <a:pt x="9441027" y="0"/>
                </a:moveTo>
                <a:lnTo>
                  <a:pt x="12193200" y="0"/>
                </a:lnTo>
                <a:lnTo>
                  <a:pt x="12193200" y="3541448"/>
                </a:lnTo>
                <a:lnTo>
                  <a:pt x="9441027" y="3541448"/>
                </a:lnTo>
                <a:close/>
                <a:moveTo>
                  <a:pt x="6290579" y="0"/>
                </a:moveTo>
                <a:lnTo>
                  <a:pt x="9042751" y="0"/>
                </a:lnTo>
                <a:lnTo>
                  <a:pt x="9042751" y="4012756"/>
                </a:lnTo>
                <a:lnTo>
                  <a:pt x="6290579" y="4012756"/>
                </a:lnTo>
                <a:close/>
                <a:moveTo>
                  <a:pt x="3145340" y="0"/>
                </a:moveTo>
                <a:lnTo>
                  <a:pt x="5897513" y="0"/>
                </a:lnTo>
                <a:lnTo>
                  <a:pt x="5897513" y="3070139"/>
                </a:lnTo>
                <a:lnTo>
                  <a:pt x="3145340" y="3070139"/>
                </a:lnTo>
                <a:close/>
                <a:moveTo>
                  <a:pt x="0" y="0"/>
                </a:moveTo>
                <a:lnTo>
                  <a:pt x="2752174" y="0"/>
                </a:lnTo>
                <a:lnTo>
                  <a:pt x="2752174" y="2373009"/>
                </a:lnTo>
                <a:lnTo>
                  <a:pt x="0" y="2373009"/>
                </a:lnTo>
                <a:close/>
              </a:path>
            </a:pathLst>
          </a:custGeom>
          <a:solidFill>
            <a:srgbClr val="1450F5"/>
          </a:solidFill>
        </p:spPr>
        <p:txBody>
          <a:bodyPr wrap="square" lIns="6300000" tIns="0" anchor="ctr" anchorCtr="0">
            <a:noAutofit/>
          </a:bodyPr>
          <a:lstStyle>
            <a:lvl1pPr marL="0" indent="0" algn="l">
              <a:buNone/>
              <a:defRPr sz="1400">
                <a:solidFill>
                  <a:schemeClr val="bg1"/>
                </a:solidFill>
              </a:defRPr>
            </a:lvl1pPr>
          </a:lstStyle>
          <a:p>
            <a:r>
              <a:rPr lang="en-US" altLang="zh-CN"/>
              <a:t>Click to add picture</a:t>
            </a:r>
            <a:endParaRPr lang="zh-CN" altLang="en-US" dirty="0"/>
          </a:p>
        </p:txBody>
      </p:sp>
      <p:sp>
        <p:nvSpPr>
          <p:cNvPr id="10" name="Logo Placeholder 9"/>
          <p:cNvSpPr>
            <a:spLocks noGrp="1"/>
          </p:cNvSpPr>
          <p:nvPr>
            <p:ph type="body" sz="quarter" idx="14" hasCustomPrompt="1"/>
          </p:nvPr>
        </p:nvSpPr>
        <p:spPr>
          <a:xfrm>
            <a:off x="432000" y="432000"/>
            <a:ext cx="774000" cy="299738"/>
          </a:xfrm>
          <a:blipFill>
            <a:blip r:embed="rId2"/>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p:cNvSpPr>
            <a:spLocks noGrp="1"/>
          </p:cNvSpPr>
          <p:nvPr>
            <p:ph type="ctrTitle" hasCustomPrompt="1"/>
          </p:nvPr>
        </p:nvSpPr>
        <p:spPr>
          <a:xfrm>
            <a:off x="432000" y="4089600"/>
            <a:ext cx="5500800" cy="1476000"/>
          </a:xfrm>
        </p:spPr>
        <p:txBody>
          <a:bodyPr anchor="b"/>
          <a:lstStyle>
            <a:lvl1pPr algn="l">
              <a:defRPr sz="4800" spc="-100" baseline="0"/>
            </a:lvl1pPr>
          </a:lstStyle>
          <a:p>
            <a:r>
              <a:rPr lang="en-US" altLang="zh-CN" dirty="0"/>
              <a:t>Click to add title</a:t>
            </a:r>
            <a:endParaRPr lang="zh-CN" altLang="en-US" dirty="0"/>
          </a:p>
        </p:txBody>
      </p:sp>
      <p:sp>
        <p:nvSpPr>
          <p:cNvPr id="5" name="Text Placeholder 4">
            <a:extLst>
              <a:ext uri="{FF2B5EF4-FFF2-40B4-BE49-F238E27FC236}">
                <a16:creationId xmlns:a16="http://schemas.microsoft.com/office/drawing/2014/main" id="{6491A00F-3D79-2156-B985-55FC0726F752}"/>
              </a:ext>
            </a:extLst>
          </p:cNvPr>
          <p:cNvSpPr>
            <a:spLocks noGrp="1"/>
          </p:cNvSpPr>
          <p:nvPr>
            <p:ph type="body" sz="quarter" idx="19" hasCustomPrompt="1"/>
          </p:nvPr>
        </p:nvSpPr>
        <p:spPr>
          <a:xfrm>
            <a:off x="431762" y="5642444"/>
            <a:ext cx="5500799" cy="350369"/>
          </a:xfrm>
        </p:spPr>
        <p:txBody>
          <a:bodyPr/>
          <a:lstStyle>
            <a:lvl1pPr marL="0" indent="0">
              <a:lnSpc>
                <a:spcPct val="110000"/>
              </a:lnSpc>
              <a:spcBef>
                <a:spcPts val="0"/>
              </a:spcBef>
              <a:spcAft>
                <a:spcPts val="0"/>
              </a:spcAft>
              <a:buFontTx/>
              <a:buNone/>
              <a:defRPr sz="1400"/>
            </a:lvl1pPr>
            <a:lvl2pPr marL="0" indent="0">
              <a:lnSpc>
                <a:spcPct val="110000"/>
              </a:lnSpc>
              <a:spcBef>
                <a:spcPts val="0"/>
              </a:spcBef>
              <a:spcAft>
                <a:spcPts val="0"/>
              </a:spcAft>
              <a:buFontTx/>
              <a:buNone/>
              <a:defRPr sz="1400"/>
            </a:lvl2pPr>
            <a:lvl3pPr marL="0" indent="0">
              <a:lnSpc>
                <a:spcPct val="110000"/>
              </a:lnSpc>
              <a:spcBef>
                <a:spcPts val="0"/>
              </a:spcBef>
              <a:spcAft>
                <a:spcPts val="0"/>
              </a:spcAft>
              <a:buFontTx/>
              <a:buNone/>
              <a:defRPr sz="1400"/>
            </a:lvl3pPr>
            <a:lvl4pPr marL="0" indent="0">
              <a:lnSpc>
                <a:spcPct val="110000"/>
              </a:lnSpc>
              <a:spcBef>
                <a:spcPts val="0"/>
              </a:spcBef>
              <a:spcAft>
                <a:spcPts val="0"/>
              </a:spcAft>
              <a:buFontTx/>
              <a:buNone/>
              <a:defRPr sz="1400"/>
            </a:lvl4pPr>
            <a:lvl5pPr marL="0" indent="0">
              <a:lnSpc>
                <a:spcPct val="110000"/>
              </a:lnSpc>
              <a:spcBef>
                <a:spcPts val="0"/>
              </a:spcBef>
              <a:spcAft>
                <a:spcPts val="0"/>
              </a:spcAft>
              <a:buFontTx/>
              <a:buNone/>
              <a:defRPr sz="1400"/>
            </a:lvl5pPr>
            <a:lvl6pPr>
              <a:lnSpc>
                <a:spcPct val="110000"/>
              </a:lnSpc>
              <a:spcBef>
                <a:spcPts val="0"/>
              </a:spcBef>
              <a:spcAft>
                <a:spcPts val="0"/>
              </a:spcAft>
              <a:buNone/>
              <a:defRPr sz="1400">
                <a:solidFill>
                  <a:schemeClr val="tx1"/>
                </a:solidFill>
                <a:latin typeface="+mn-lt"/>
              </a:defRPr>
            </a:lvl6pPr>
            <a:lvl7pPr marL="0" indent="0">
              <a:lnSpc>
                <a:spcPct val="110000"/>
              </a:lnSpc>
              <a:spcBef>
                <a:spcPts val="0"/>
              </a:spcBef>
              <a:spcAft>
                <a:spcPts val="0"/>
              </a:spcAft>
              <a:buNone/>
              <a:defRPr sz="1400">
                <a:solidFill>
                  <a:schemeClr val="tx1"/>
                </a:solidFill>
                <a:latin typeface="+mn-lt"/>
              </a:defRPr>
            </a:lvl7pPr>
            <a:lvl8pPr>
              <a:lnSpc>
                <a:spcPct val="110000"/>
              </a:lnSpc>
              <a:spcBef>
                <a:spcPts val="0"/>
              </a:spcBef>
              <a:spcAft>
                <a:spcPts val="0"/>
              </a:spcAft>
              <a:buNone/>
              <a:defRPr sz="1400">
                <a:solidFill>
                  <a:schemeClr val="tx1"/>
                </a:solidFill>
                <a:latin typeface="+mn-lt"/>
              </a:defRPr>
            </a:lvl8pPr>
            <a:lvl9pPr>
              <a:lnSpc>
                <a:spcPct val="110000"/>
              </a:lnSpc>
              <a:spcBef>
                <a:spcPts val="0"/>
              </a:spcBef>
              <a:spcAft>
                <a:spcPts val="0"/>
              </a:spcAft>
              <a:buNone/>
              <a:defRPr sz="1400">
                <a:solidFill>
                  <a:schemeClr val="tx1"/>
                </a:solidFill>
                <a:latin typeface="+mn-lt"/>
              </a:defRPr>
            </a:lvl9pPr>
          </a:lstStyle>
          <a:p>
            <a:pPr lvl="0"/>
            <a:r>
              <a:rPr lang="en-US" altLang="zh-CN"/>
              <a:t>Click to add subtitle</a:t>
            </a:r>
            <a:endParaRPr lang="zh-CN" altLang="en-US" dirty="0"/>
          </a:p>
        </p:txBody>
      </p:sp>
      <p:sp>
        <p:nvSpPr>
          <p:cNvPr id="42" name="Date Placeholder 41">
            <a:extLst>
              <a:ext uri="{FF2B5EF4-FFF2-40B4-BE49-F238E27FC236}">
                <a16:creationId xmlns:a16="http://schemas.microsoft.com/office/drawing/2014/main" id="{2D6E44EC-D1ED-56D5-9AAA-C2A04539DEB0}"/>
              </a:ext>
            </a:extLst>
          </p:cNvPr>
          <p:cNvSpPr>
            <a:spLocks noGrp="1"/>
          </p:cNvSpPr>
          <p:nvPr>
            <p:ph type="dt" sz="half" idx="18"/>
          </p:nvPr>
        </p:nvSpPr>
        <p:spPr/>
        <p:txBody>
          <a:bodyPr/>
          <a:lstStyle/>
          <a:p>
            <a:fld id="{CA203DB7-3FA3-4925-8071-F8D3358B2B05}" type="datetime2">
              <a:rPr lang="zh-CN" altLang="en-US" smtClean="0"/>
              <a:t>2024年3月20日</a:t>
            </a:fld>
            <a:endParaRPr lang="zh-CN" altLang="en-US" dirty="0"/>
          </a:p>
        </p:txBody>
      </p:sp>
      <p:pic>
        <p:nvPicPr>
          <p:cNvPr id="4" name="Tagline">
            <a:extLst>
              <a:ext uri="{FF2B5EF4-FFF2-40B4-BE49-F238E27FC236}">
                <a16:creationId xmlns:a16="http://schemas.microsoft.com/office/drawing/2014/main" id="{A82E153D-3DA2-52C3-4E58-E1588B08C56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92226" y="6032713"/>
            <a:ext cx="1268011" cy="432000"/>
          </a:xfrm>
          <a:prstGeom prst="rect">
            <a:avLst/>
          </a:prstGeom>
        </p:spPr>
      </p:pic>
      <p:sp>
        <p:nvSpPr>
          <p:cNvPr id="6" name="Footer Placeholder 5">
            <a:extLst>
              <a:ext uri="{FF2B5EF4-FFF2-40B4-BE49-F238E27FC236}">
                <a16:creationId xmlns:a16="http://schemas.microsoft.com/office/drawing/2014/main" id="{A921E6B5-260D-D22F-CDC6-100184A9E452}"/>
              </a:ext>
            </a:extLst>
          </p:cNvPr>
          <p:cNvSpPr>
            <a:spLocks noGrp="1"/>
          </p:cNvSpPr>
          <p:nvPr>
            <p:ph type="ftr" sz="quarter" idx="20"/>
          </p:nvPr>
        </p:nvSpPr>
        <p:spPr>
          <a:xfrm>
            <a:off x="2048401" y="6271200"/>
            <a:ext cx="3883025" cy="180000"/>
          </a:xfrm>
        </p:spPr>
        <p:txBody>
          <a:bodyPr/>
          <a:lstStyle/>
          <a:p>
            <a:endParaRPr lang="zh-CN" altLang="en-US" dirty="0"/>
          </a:p>
        </p:txBody>
      </p:sp>
    </p:spTree>
    <p:extLst>
      <p:ext uri="{BB962C8B-B14F-4D97-AF65-F5344CB8AC3E}">
        <p14:creationId xmlns:p14="http://schemas.microsoft.com/office/powerpoint/2010/main" val="1147516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750"/>
                                        <p:tgtEl>
                                          <p:spTgt spid="2"/>
                                        </p:tgtEl>
                                      </p:cBhvr>
                                    </p:animEffect>
                                    <p:anim calcmode="lin" valueType="num">
                                      <p:cBhvr>
                                        <p:cTn id="8" dur="1750" fill="hold"/>
                                        <p:tgtEl>
                                          <p:spTgt spid="2"/>
                                        </p:tgtEl>
                                        <p:attrNameLst>
                                          <p:attrName>ppt_x</p:attrName>
                                        </p:attrNameLst>
                                      </p:cBhvr>
                                      <p:tavLst>
                                        <p:tav tm="0">
                                          <p:val>
                                            <p:strVal val="#ppt_x"/>
                                          </p:val>
                                        </p:tav>
                                        <p:tav tm="100000">
                                          <p:val>
                                            <p:strVal val="#ppt_x"/>
                                          </p:val>
                                        </p:tav>
                                      </p:tavLst>
                                    </p:anim>
                                    <p:anim calcmode="lin" valueType="num">
                                      <p:cBhvr>
                                        <p:cTn id="9" dur="1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D">
    <p:spTree>
      <p:nvGrpSpPr>
        <p:cNvPr id="1" name=""/>
        <p:cNvGrpSpPr/>
        <p:nvPr/>
      </p:nvGrpSpPr>
      <p:grpSpPr>
        <a:xfrm>
          <a:off x="0" y="0"/>
          <a:ext cx="0" cy="0"/>
          <a:chOff x="0" y="0"/>
          <a:chExt cx="0" cy="0"/>
        </a:xfrm>
      </p:grpSpPr>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
        <p:nvSpPr>
          <p:cNvPr id="5" name="Picture Placeholder 4">
            <a:extLst>
              <a:ext uri="{FF2B5EF4-FFF2-40B4-BE49-F238E27FC236}">
                <a16:creationId xmlns:a16="http://schemas.microsoft.com/office/drawing/2014/main" id="{A917DAC8-9FE5-D6A1-5A38-BC46E4D30942}"/>
              </a:ext>
            </a:extLst>
          </p:cNvPr>
          <p:cNvSpPr>
            <a:spLocks noGrp="1"/>
          </p:cNvSpPr>
          <p:nvPr>
            <p:ph type="pic" sz="quarter" idx="13" hasCustomPrompt="1"/>
          </p:nvPr>
        </p:nvSpPr>
        <p:spPr>
          <a:xfrm>
            <a:off x="3145340" y="0"/>
            <a:ext cx="9047860" cy="4012756"/>
          </a:xfrm>
          <a:custGeom>
            <a:avLst/>
            <a:gdLst>
              <a:gd name="connsiteX0" fmla="*/ 6295687 w 9047860"/>
              <a:gd name="connsiteY0" fmla="*/ 0 h 4012756"/>
              <a:gd name="connsiteX1" fmla="*/ 9047860 w 9047860"/>
              <a:gd name="connsiteY1" fmla="*/ 0 h 4012756"/>
              <a:gd name="connsiteX2" fmla="*/ 9047860 w 9047860"/>
              <a:gd name="connsiteY2" fmla="*/ 3541448 h 4012756"/>
              <a:gd name="connsiteX3" fmla="*/ 6295687 w 9047860"/>
              <a:gd name="connsiteY3" fmla="*/ 3541448 h 4012756"/>
              <a:gd name="connsiteX4" fmla="*/ 3145239 w 9047860"/>
              <a:gd name="connsiteY4" fmla="*/ 0 h 4012756"/>
              <a:gd name="connsiteX5" fmla="*/ 5897411 w 9047860"/>
              <a:gd name="connsiteY5" fmla="*/ 0 h 4012756"/>
              <a:gd name="connsiteX6" fmla="*/ 5897411 w 9047860"/>
              <a:gd name="connsiteY6" fmla="*/ 4012756 h 4012756"/>
              <a:gd name="connsiteX7" fmla="*/ 3145239 w 9047860"/>
              <a:gd name="connsiteY7" fmla="*/ 4012756 h 4012756"/>
              <a:gd name="connsiteX8" fmla="*/ 0 w 9047860"/>
              <a:gd name="connsiteY8" fmla="*/ 0 h 4012756"/>
              <a:gd name="connsiteX9" fmla="*/ 2752173 w 9047860"/>
              <a:gd name="connsiteY9" fmla="*/ 0 h 4012756"/>
              <a:gd name="connsiteX10" fmla="*/ 2752173 w 9047860"/>
              <a:gd name="connsiteY10" fmla="*/ 3070139 h 4012756"/>
              <a:gd name="connsiteX11" fmla="*/ 0 w 9047860"/>
              <a:gd name="connsiteY11" fmla="*/ 3070139 h 401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47860" h="4012756">
                <a:moveTo>
                  <a:pt x="6295687" y="0"/>
                </a:moveTo>
                <a:lnTo>
                  <a:pt x="9047860" y="0"/>
                </a:lnTo>
                <a:lnTo>
                  <a:pt x="9047860" y="3541448"/>
                </a:lnTo>
                <a:lnTo>
                  <a:pt x="6295687" y="3541448"/>
                </a:lnTo>
                <a:close/>
                <a:moveTo>
                  <a:pt x="3145239" y="0"/>
                </a:moveTo>
                <a:lnTo>
                  <a:pt x="5897411" y="0"/>
                </a:lnTo>
                <a:lnTo>
                  <a:pt x="5897411" y="4012756"/>
                </a:lnTo>
                <a:lnTo>
                  <a:pt x="3145239" y="4012756"/>
                </a:lnTo>
                <a:close/>
                <a:moveTo>
                  <a:pt x="0" y="0"/>
                </a:moveTo>
                <a:lnTo>
                  <a:pt x="2752173" y="0"/>
                </a:lnTo>
                <a:lnTo>
                  <a:pt x="2752173" y="3070139"/>
                </a:lnTo>
                <a:lnTo>
                  <a:pt x="0" y="3070139"/>
                </a:lnTo>
                <a:close/>
              </a:path>
            </a:pathLst>
          </a:custGeom>
          <a:solidFill>
            <a:srgbClr val="1450F5"/>
          </a:solidFill>
        </p:spPr>
        <p:txBody>
          <a:bodyPr wrap="square" lIns="0" tIns="576000" anchor="ctr" anchorCtr="0">
            <a:noAutofit/>
          </a:bodyPr>
          <a:lstStyle>
            <a:lvl1pPr marL="0" indent="0" algn="ctr">
              <a:buNone/>
              <a:defRPr sz="1400">
                <a:solidFill>
                  <a:schemeClr val="bg1"/>
                </a:solidFill>
              </a:defRPr>
            </a:lvl1pPr>
          </a:lstStyle>
          <a:p>
            <a:r>
              <a:rPr lang="en-US" altLang="zh-CN"/>
              <a:t>Click to add picture</a:t>
            </a:r>
            <a:endParaRPr lang="zh-CN" altLang="en-US" dirty="0"/>
          </a:p>
        </p:txBody>
      </p:sp>
      <p:sp>
        <p:nvSpPr>
          <p:cNvPr id="2" name="Title 1"/>
          <p:cNvSpPr>
            <a:spLocks noGrp="1"/>
          </p:cNvSpPr>
          <p:nvPr>
            <p:ph type="ctrTitle" hasCustomPrompt="1"/>
          </p:nvPr>
        </p:nvSpPr>
        <p:spPr>
          <a:xfrm>
            <a:off x="432000" y="4089600"/>
            <a:ext cx="5500800" cy="1476000"/>
          </a:xfrm>
        </p:spPr>
        <p:txBody>
          <a:bodyPr anchor="b"/>
          <a:lstStyle>
            <a:lvl1pPr algn="l">
              <a:defRPr sz="4800" spc="-100" baseline="0"/>
            </a:lvl1pPr>
          </a:lstStyle>
          <a:p>
            <a:r>
              <a:rPr lang="en-US" altLang="zh-CN" dirty="0"/>
              <a:t>Click to add title</a:t>
            </a:r>
            <a:endParaRPr lang="zh-CN" altLang="en-US" dirty="0"/>
          </a:p>
        </p:txBody>
      </p:sp>
      <p:sp>
        <p:nvSpPr>
          <p:cNvPr id="7" name="Text Placeholder 4">
            <a:extLst>
              <a:ext uri="{FF2B5EF4-FFF2-40B4-BE49-F238E27FC236}">
                <a16:creationId xmlns:a16="http://schemas.microsoft.com/office/drawing/2014/main" id="{0E46DDB7-75C9-F527-096E-003F036DB09F}"/>
              </a:ext>
            </a:extLst>
          </p:cNvPr>
          <p:cNvSpPr>
            <a:spLocks noGrp="1"/>
          </p:cNvSpPr>
          <p:nvPr>
            <p:ph type="body" sz="quarter" idx="19" hasCustomPrompt="1"/>
          </p:nvPr>
        </p:nvSpPr>
        <p:spPr>
          <a:xfrm>
            <a:off x="431762" y="5642444"/>
            <a:ext cx="5500799" cy="350369"/>
          </a:xfrm>
        </p:spPr>
        <p:txBody>
          <a:bodyPr/>
          <a:lstStyle>
            <a:lvl1pPr marL="0" indent="0">
              <a:lnSpc>
                <a:spcPct val="110000"/>
              </a:lnSpc>
              <a:spcBef>
                <a:spcPts val="0"/>
              </a:spcBef>
              <a:spcAft>
                <a:spcPts val="0"/>
              </a:spcAft>
              <a:buFontTx/>
              <a:buNone/>
              <a:defRPr sz="1400"/>
            </a:lvl1pPr>
            <a:lvl2pPr marL="0" indent="0">
              <a:lnSpc>
                <a:spcPct val="110000"/>
              </a:lnSpc>
              <a:spcBef>
                <a:spcPts val="0"/>
              </a:spcBef>
              <a:spcAft>
                <a:spcPts val="0"/>
              </a:spcAft>
              <a:buFontTx/>
              <a:buNone/>
              <a:defRPr sz="1400"/>
            </a:lvl2pPr>
            <a:lvl3pPr marL="0" indent="0">
              <a:lnSpc>
                <a:spcPct val="110000"/>
              </a:lnSpc>
              <a:spcBef>
                <a:spcPts val="0"/>
              </a:spcBef>
              <a:spcAft>
                <a:spcPts val="0"/>
              </a:spcAft>
              <a:buFontTx/>
              <a:buNone/>
              <a:defRPr sz="1400"/>
            </a:lvl3pPr>
            <a:lvl4pPr marL="0" indent="0">
              <a:lnSpc>
                <a:spcPct val="110000"/>
              </a:lnSpc>
              <a:spcBef>
                <a:spcPts val="0"/>
              </a:spcBef>
              <a:spcAft>
                <a:spcPts val="0"/>
              </a:spcAft>
              <a:buFontTx/>
              <a:buNone/>
              <a:defRPr sz="1400"/>
            </a:lvl4pPr>
            <a:lvl5pPr marL="0" indent="0">
              <a:lnSpc>
                <a:spcPct val="110000"/>
              </a:lnSpc>
              <a:spcBef>
                <a:spcPts val="0"/>
              </a:spcBef>
              <a:spcAft>
                <a:spcPts val="0"/>
              </a:spcAft>
              <a:buFontTx/>
              <a:buNone/>
              <a:defRPr sz="1400"/>
            </a:lvl5pPr>
            <a:lvl6pPr>
              <a:lnSpc>
                <a:spcPct val="110000"/>
              </a:lnSpc>
              <a:spcBef>
                <a:spcPts val="0"/>
              </a:spcBef>
              <a:spcAft>
                <a:spcPts val="0"/>
              </a:spcAft>
              <a:buNone/>
              <a:defRPr sz="1400">
                <a:solidFill>
                  <a:schemeClr val="tx1"/>
                </a:solidFill>
                <a:latin typeface="+mn-lt"/>
              </a:defRPr>
            </a:lvl6pPr>
            <a:lvl7pPr marL="0" indent="0">
              <a:lnSpc>
                <a:spcPct val="110000"/>
              </a:lnSpc>
              <a:spcBef>
                <a:spcPts val="0"/>
              </a:spcBef>
              <a:spcAft>
                <a:spcPts val="0"/>
              </a:spcAft>
              <a:buNone/>
              <a:defRPr sz="1400">
                <a:solidFill>
                  <a:schemeClr val="tx1"/>
                </a:solidFill>
                <a:latin typeface="+mn-lt"/>
              </a:defRPr>
            </a:lvl7pPr>
            <a:lvl8pPr>
              <a:lnSpc>
                <a:spcPct val="110000"/>
              </a:lnSpc>
              <a:spcBef>
                <a:spcPts val="0"/>
              </a:spcBef>
              <a:spcAft>
                <a:spcPts val="0"/>
              </a:spcAft>
              <a:buNone/>
              <a:defRPr sz="1400">
                <a:solidFill>
                  <a:schemeClr val="tx1"/>
                </a:solidFill>
                <a:latin typeface="+mn-lt"/>
              </a:defRPr>
            </a:lvl8pPr>
            <a:lvl9pPr>
              <a:lnSpc>
                <a:spcPct val="110000"/>
              </a:lnSpc>
              <a:spcBef>
                <a:spcPts val="0"/>
              </a:spcBef>
              <a:spcAft>
                <a:spcPts val="0"/>
              </a:spcAft>
              <a:buNone/>
              <a:defRPr sz="1400">
                <a:solidFill>
                  <a:schemeClr val="tx1"/>
                </a:solidFill>
                <a:latin typeface="+mn-lt"/>
              </a:defRPr>
            </a:lvl9pPr>
          </a:lstStyle>
          <a:p>
            <a:pPr lvl="0"/>
            <a:r>
              <a:rPr lang="en-US" altLang="zh-CN"/>
              <a:t>Click to add subtitle</a:t>
            </a:r>
            <a:endParaRPr lang="zh-CN" altLang="en-US" dirty="0"/>
          </a:p>
        </p:txBody>
      </p:sp>
      <p:sp>
        <p:nvSpPr>
          <p:cNvPr id="42" name="Date Placeholder 41">
            <a:extLst>
              <a:ext uri="{FF2B5EF4-FFF2-40B4-BE49-F238E27FC236}">
                <a16:creationId xmlns:a16="http://schemas.microsoft.com/office/drawing/2014/main" id="{2D6E44EC-D1ED-56D5-9AAA-C2A04539DEB0}"/>
              </a:ext>
            </a:extLst>
          </p:cNvPr>
          <p:cNvSpPr>
            <a:spLocks noGrp="1"/>
          </p:cNvSpPr>
          <p:nvPr>
            <p:ph type="dt" sz="half" idx="18"/>
          </p:nvPr>
        </p:nvSpPr>
        <p:spPr/>
        <p:txBody>
          <a:bodyPr/>
          <a:lstStyle/>
          <a:p>
            <a:fld id="{FEEE3C8B-C1D9-493E-93B7-DC430DC0F4FD}" type="datetime2">
              <a:rPr lang="zh-CN" altLang="en-US" smtClean="0"/>
              <a:t>2024年3月20日</a:t>
            </a:fld>
            <a:endParaRPr lang="zh-CN" altLang="en-US" dirty="0"/>
          </a:p>
        </p:txBody>
      </p:sp>
      <p:pic>
        <p:nvPicPr>
          <p:cNvPr id="6" name="Logo">
            <a:extLst>
              <a:ext uri="{FF2B5EF4-FFF2-40B4-BE49-F238E27FC236}">
                <a16:creationId xmlns:a16="http://schemas.microsoft.com/office/drawing/2014/main" id="{FF434E18-D4E3-64FA-64DD-DCA37303D81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2000" y="432000"/>
            <a:ext cx="774000" cy="299738"/>
          </a:xfrm>
          <a:prstGeom prst="rect">
            <a:avLst/>
          </a:prstGeom>
        </p:spPr>
      </p:pic>
      <p:pic>
        <p:nvPicPr>
          <p:cNvPr id="4" name="Tagline">
            <a:extLst>
              <a:ext uri="{FF2B5EF4-FFF2-40B4-BE49-F238E27FC236}">
                <a16:creationId xmlns:a16="http://schemas.microsoft.com/office/drawing/2014/main" id="{815B9F30-A1C0-8571-7A33-D7C70DF6EB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92226" y="6032713"/>
            <a:ext cx="1268011" cy="432000"/>
          </a:xfrm>
          <a:prstGeom prst="rect">
            <a:avLst/>
          </a:prstGeom>
        </p:spPr>
      </p:pic>
      <p:sp>
        <p:nvSpPr>
          <p:cNvPr id="8" name="Footer Placeholder 7">
            <a:extLst>
              <a:ext uri="{FF2B5EF4-FFF2-40B4-BE49-F238E27FC236}">
                <a16:creationId xmlns:a16="http://schemas.microsoft.com/office/drawing/2014/main" id="{7AD4F3A3-E857-82E4-0DC4-273360C2E11C}"/>
              </a:ext>
            </a:extLst>
          </p:cNvPr>
          <p:cNvSpPr>
            <a:spLocks noGrp="1"/>
          </p:cNvSpPr>
          <p:nvPr>
            <p:ph type="ftr" sz="quarter" idx="20"/>
          </p:nvPr>
        </p:nvSpPr>
        <p:spPr>
          <a:xfrm>
            <a:off x="2048400" y="6271200"/>
            <a:ext cx="3883098" cy="180000"/>
          </a:xfrm>
        </p:spPr>
        <p:txBody>
          <a:bodyPr/>
          <a:lstStyle/>
          <a:p>
            <a:endParaRPr lang="zh-CN" altLang="en-US" dirty="0"/>
          </a:p>
        </p:txBody>
      </p:sp>
    </p:spTree>
    <p:extLst>
      <p:ext uri="{BB962C8B-B14F-4D97-AF65-F5344CB8AC3E}">
        <p14:creationId xmlns:p14="http://schemas.microsoft.com/office/powerpoint/2010/main" val="153759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750"/>
                                        <p:tgtEl>
                                          <p:spTgt spid="2"/>
                                        </p:tgtEl>
                                      </p:cBhvr>
                                    </p:animEffect>
                                    <p:anim calcmode="lin" valueType="num">
                                      <p:cBhvr>
                                        <p:cTn id="8" dur="1750" fill="hold"/>
                                        <p:tgtEl>
                                          <p:spTgt spid="2"/>
                                        </p:tgtEl>
                                        <p:attrNameLst>
                                          <p:attrName>ppt_x</p:attrName>
                                        </p:attrNameLst>
                                      </p:cBhvr>
                                      <p:tavLst>
                                        <p:tav tm="0">
                                          <p:val>
                                            <p:strVal val="#ppt_x"/>
                                          </p:val>
                                        </p:tav>
                                        <p:tav tm="100000">
                                          <p:val>
                                            <p:strVal val="#ppt_x"/>
                                          </p:val>
                                        </p:tav>
                                      </p:tavLst>
                                    </p:anim>
                                    <p:anim calcmode="lin" valueType="num">
                                      <p:cBhvr>
                                        <p:cTn id="9" dur="1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E">
    <p:spTree>
      <p:nvGrpSpPr>
        <p:cNvPr id="1" name=""/>
        <p:cNvGrpSpPr/>
        <p:nvPr/>
      </p:nvGrpSpPr>
      <p:grpSpPr>
        <a:xfrm>
          <a:off x="0" y="0"/>
          <a:ext cx="0" cy="0"/>
          <a:chOff x="0" y="0"/>
          <a:chExt cx="0" cy="0"/>
        </a:xfrm>
      </p:grpSpPr>
      <p:sp>
        <p:nvSpPr>
          <p:cNvPr id="7" name="Picture Placeholder 14">
            <a:extLst>
              <a:ext uri="{FF2B5EF4-FFF2-40B4-BE49-F238E27FC236}">
                <a16:creationId xmlns:a16="http://schemas.microsoft.com/office/drawing/2014/main" id="{35D144F5-6F84-AA91-451A-1025B96172AA}"/>
              </a:ext>
            </a:extLst>
          </p:cNvPr>
          <p:cNvSpPr>
            <a:spLocks noGrp="1"/>
          </p:cNvSpPr>
          <p:nvPr>
            <p:ph type="pic" sz="quarter" idx="10" hasCustomPrompt="1"/>
          </p:nvPr>
        </p:nvSpPr>
        <p:spPr>
          <a:xfrm>
            <a:off x="6295280" y="0"/>
            <a:ext cx="5896720" cy="4644000"/>
          </a:xfrm>
          <a:custGeom>
            <a:avLst/>
            <a:gdLst>
              <a:gd name="connsiteX0" fmla="*/ 3143920 w 5896720"/>
              <a:gd name="connsiteY0" fmla="*/ 0 h 4644000"/>
              <a:gd name="connsiteX1" fmla="*/ 5896720 w 5896720"/>
              <a:gd name="connsiteY1" fmla="*/ 0 h 4644000"/>
              <a:gd name="connsiteX2" fmla="*/ 5896720 w 5896720"/>
              <a:gd name="connsiteY2" fmla="*/ 4644000 h 4644000"/>
              <a:gd name="connsiteX3" fmla="*/ 3143920 w 5896720"/>
              <a:gd name="connsiteY3" fmla="*/ 4644000 h 4644000"/>
              <a:gd name="connsiteX4" fmla="*/ 0 w 5896720"/>
              <a:gd name="connsiteY4" fmla="*/ 0 h 4644000"/>
              <a:gd name="connsiteX5" fmla="*/ 2747920 w 5896720"/>
              <a:gd name="connsiteY5" fmla="*/ 0 h 4644000"/>
              <a:gd name="connsiteX6" fmla="*/ 2747920 w 5896720"/>
              <a:gd name="connsiteY6" fmla="*/ 3536725 h 4644000"/>
              <a:gd name="connsiteX7" fmla="*/ 0 w 5896720"/>
              <a:gd name="connsiteY7" fmla="*/ 3536725 h 46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96720" h="4644000">
                <a:moveTo>
                  <a:pt x="3143920" y="0"/>
                </a:moveTo>
                <a:lnTo>
                  <a:pt x="5896720" y="0"/>
                </a:lnTo>
                <a:lnTo>
                  <a:pt x="5896720" y="4644000"/>
                </a:lnTo>
                <a:lnTo>
                  <a:pt x="3143920" y="4644000"/>
                </a:lnTo>
                <a:close/>
                <a:moveTo>
                  <a:pt x="0" y="0"/>
                </a:moveTo>
                <a:lnTo>
                  <a:pt x="2747920" y="0"/>
                </a:lnTo>
                <a:lnTo>
                  <a:pt x="2747920" y="3536725"/>
                </a:lnTo>
                <a:lnTo>
                  <a:pt x="0" y="3536725"/>
                </a:lnTo>
                <a:close/>
              </a:path>
            </a:pathLst>
          </a:custGeom>
          <a:solidFill>
            <a:srgbClr val="1450F5"/>
          </a:solidFill>
        </p:spPr>
        <p:txBody>
          <a:bodyPr wrap="square" lIns="3168000" tIns="0" anchor="ctr" anchorCtr="0">
            <a:noAutofit/>
          </a:bodyPr>
          <a:lstStyle>
            <a:lvl1pPr marL="0" indent="0" algn="l">
              <a:buFontTx/>
              <a:buNone/>
              <a:defRPr>
                <a:solidFill>
                  <a:schemeClr val="bg1"/>
                </a:solidFill>
              </a:defRPr>
            </a:lvl1pPr>
          </a:lstStyle>
          <a:p>
            <a:r>
              <a:rPr lang="en-US" altLang="zh-CN" noProof="0"/>
              <a:t>Click to add picture</a:t>
            </a:r>
            <a:endParaRPr lang="zh-CN" altLang="en-US" noProof="0" dirty="0"/>
          </a:p>
        </p:txBody>
      </p:sp>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
        <p:nvSpPr>
          <p:cNvPr id="2" name="Title 1"/>
          <p:cNvSpPr>
            <a:spLocks noGrp="1"/>
          </p:cNvSpPr>
          <p:nvPr>
            <p:ph type="ctrTitle" hasCustomPrompt="1"/>
          </p:nvPr>
        </p:nvSpPr>
        <p:spPr>
          <a:xfrm>
            <a:off x="432000" y="1295400"/>
            <a:ext cx="5500800" cy="4270200"/>
          </a:xfrm>
        </p:spPr>
        <p:txBody>
          <a:bodyPr anchor="ctr" anchorCtr="0"/>
          <a:lstStyle>
            <a:lvl1pPr algn="l">
              <a:defRPr sz="4800" spc="-100" baseline="0"/>
            </a:lvl1pPr>
          </a:lstStyle>
          <a:p>
            <a:r>
              <a:rPr lang="en-US" altLang="zh-CN" dirty="0"/>
              <a:t>Click to add title</a:t>
            </a:r>
            <a:endParaRPr lang="zh-CN" altLang="en-US" dirty="0"/>
          </a:p>
        </p:txBody>
      </p:sp>
      <p:sp>
        <p:nvSpPr>
          <p:cNvPr id="5" name="Text Placeholder 4">
            <a:extLst>
              <a:ext uri="{FF2B5EF4-FFF2-40B4-BE49-F238E27FC236}">
                <a16:creationId xmlns:a16="http://schemas.microsoft.com/office/drawing/2014/main" id="{7181F6A7-92A2-AA14-3C8B-5550669C29BC}"/>
              </a:ext>
            </a:extLst>
          </p:cNvPr>
          <p:cNvSpPr>
            <a:spLocks noGrp="1"/>
          </p:cNvSpPr>
          <p:nvPr>
            <p:ph type="body" sz="quarter" idx="19" hasCustomPrompt="1"/>
          </p:nvPr>
        </p:nvSpPr>
        <p:spPr>
          <a:xfrm>
            <a:off x="431762" y="5642444"/>
            <a:ext cx="5500799" cy="350369"/>
          </a:xfrm>
        </p:spPr>
        <p:txBody>
          <a:bodyPr/>
          <a:lstStyle>
            <a:lvl1pPr marL="0" indent="0">
              <a:lnSpc>
                <a:spcPct val="110000"/>
              </a:lnSpc>
              <a:spcBef>
                <a:spcPts val="0"/>
              </a:spcBef>
              <a:spcAft>
                <a:spcPts val="0"/>
              </a:spcAft>
              <a:buFontTx/>
              <a:buNone/>
              <a:defRPr sz="1400"/>
            </a:lvl1pPr>
            <a:lvl2pPr marL="0" indent="0">
              <a:lnSpc>
                <a:spcPct val="110000"/>
              </a:lnSpc>
              <a:spcBef>
                <a:spcPts val="0"/>
              </a:spcBef>
              <a:spcAft>
                <a:spcPts val="0"/>
              </a:spcAft>
              <a:buFontTx/>
              <a:buNone/>
              <a:defRPr sz="1400"/>
            </a:lvl2pPr>
            <a:lvl3pPr marL="0" indent="0">
              <a:lnSpc>
                <a:spcPct val="110000"/>
              </a:lnSpc>
              <a:spcBef>
                <a:spcPts val="0"/>
              </a:spcBef>
              <a:spcAft>
                <a:spcPts val="0"/>
              </a:spcAft>
              <a:buFontTx/>
              <a:buNone/>
              <a:defRPr sz="1400"/>
            </a:lvl3pPr>
            <a:lvl4pPr marL="0" indent="0">
              <a:lnSpc>
                <a:spcPct val="110000"/>
              </a:lnSpc>
              <a:spcBef>
                <a:spcPts val="0"/>
              </a:spcBef>
              <a:spcAft>
                <a:spcPts val="0"/>
              </a:spcAft>
              <a:buFontTx/>
              <a:buNone/>
              <a:defRPr sz="1400"/>
            </a:lvl4pPr>
            <a:lvl5pPr marL="0" indent="0">
              <a:lnSpc>
                <a:spcPct val="110000"/>
              </a:lnSpc>
              <a:spcBef>
                <a:spcPts val="0"/>
              </a:spcBef>
              <a:spcAft>
                <a:spcPts val="0"/>
              </a:spcAft>
              <a:buFontTx/>
              <a:buNone/>
              <a:defRPr sz="1400"/>
            </a:lvl5pPr>
            <a:lvl6pPr>
              <a:lnSpc>
                <a:spcPct val="110000"/>
              </a:lnSpc>
              <a:spcBef>
                <a:spcPts val="0"/>
              </a:spcBef>
              <a:spcAft>
                <a:spcPts val="0"/>
              </a:spcAft>
              <a:buNone/>
              <a:defRPr sz="1400">
                <a:solidFill>
                  <a:schemeClr val="tx1"/>
                </a:solidFill>
                <a:latin typeface="+mn-lt"/>
              </a:defRPr>
            </a:lvl6pPr>
            <a:lvl7pPr marL="0" indent="0">
              <a:lnSpc>
                <a:spcPct val="110000"/>
              </a:lnSpc>
              <a:spcBef>
                <a:spcPts val="0"/>
              </a:spcBef>
              <a:spcAft>
                <a:spcPts val="0"/>
              </a:spcAft>
              <a:buNone/>
              <a:defRPr sz="1400">
                <a:solidFill>
                  <a:schemeClr val="tx1"/>
                </a:solidFill>
                <a:latin typeface="+mn-lt"/>
              </a:defRPr>
            </a:lvl7pPr>
            <a:lvl8pPr>
              <a:lnSpc>
                <a:spcPct val="110000"/>
              </a:lnSpc>
              <a:spcBef>
                <a:spcPts val="0"/>
              </a:spcBef>
              <a:spcAft>
                <a:spcPts val="0"/>
              </a:spcAft>
              <a:buNone/>
              <a:defRPr sz="1400">
                <a:solidFill>
                  <a:schemeClr val="tx1"/>
                </a:solidFill>
                <a:latin typeface="+mn-lt"/>
              </a:defRPr>
            </a:lvl8pPr>
            <a:lvl9pPr>
              <a:lnSpc>
                <a:spcPct val="110000"/>
              </a:lnSpc>
              <a:spcBef>
                <a:spcPts val="0"/>
              </a:spcBef>
              <a:spcAft>
                <a:spcPts val="0"/>
              </a:spcAft>
              <a:buNone/>
              <a:defRPr sz="1400">
                <a:solidFill>
                  <a:schemeClr val="tx1"/>
                </a:solidFill>
                <a:latin typeface="+mn-lt"/>
              </a:defRPr>
            </a:lvl9pPr>
          </a:lstStyle>
          <a:p>
            <a:pPr lvl="0"/>
            <a:r>
              <a:rPr lang="en-US" altLang="zh-CN"/>
              <a:t>Click to add subtitle</a:t>
            </a:r>
            <a:endParaRPr lang="zh-CN" altLang="en-US" dirty="0"/>
          </a:p>
        </p:txBody>
      </p:sp>
      <p:sp>
        <p:nvSpPr>
          <p:cNvPr id="42" name="Date Placeholder 41">
            <a:extLst>
              <a:ext uri="{FF2B5EF4-FFF2-40B4-BE49-F238E27FC236}">
                <a16:creationId xmlns:a16="http://schemas.microsoft.com/office/drawing/2014/main" id="{2D6E44EC-D1ED-56D5-9AAA-C2A04539DEB0}"/>
              </a:ext>
            </a:extLst>
          </p:cNvPr>
          <p:cNvSpPr>
            <a:spLocks noGrp="1"/>
          </p:cNvSpPr>
          <p:nvPr>
            <p:ph type="dt" sz="half" idx="18"/>
          </p:nvPr>
        </p:nvSpPr>
        <p:spPr/>
        <p:txBody>
          <a:bodyPr/>
          <a:lstStyle/>
          <a:p>
            <a:fld id="{BE76A4BE-2347-4567-B1B5-1C1E5284773A}" type="datetime2">
              <a:rPr lang="zh-CN" altLang="en-US" smtClean="0"/>
              <a:t>2024年3月20日</a:t>
            </a:fld>
            <a:endParaRPr lang="zh-CN" altLang="en-US" dirty="0"/>
          </a:p>
        </p:txBody>
      </p:sp>
      <p:pic>
        <p:nvPicPr>
          <p:cNvPr id="6" name="Logo">
            <a:extLst>
              <a:ext uri="{FF2B5EF4-FFF2-40B4-BE49-F238E27FC236}">
                <a16:creationId xmlns:a16="http://schemas.microsoft.com/office/drawing/2014/main" id="{FF434E18-D4E3-64FA-64DD-DCA37303D81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2000" y="432000"/>
            <a:ext cx="774000" cy="299738"/>
          </a:xfrm>
          <a:prstGeom prst="rect">
            <a:avLst/>
          </a:prstGeom>
        </p:spPr>
      </p:pic>
      <p:pic>
        <p:nvPicPr>
          <p:cNvPr id="4" name="Tagline">
            <a:extLst>
              <a:ext uri="{FF2B5EF4-FFF2-40B4-BE49-F238E27FC236}">
                <a16:creationId xmlns:a16="http://schemas.microsoft.com/office/drawing/2014/main" id="{C4631EBB-BCCA-9772-71E0-1F1D7B401FD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92226" y="6032713"/>
            <a:ext cx="1268011" cy="432000"/>
          </a:xfrm>
          <a:prstGeom prst="rect">
            <a:avLst/>
          </a:prstGeom>
        </p:spPr>
      </p:pic>
      <p:sp>
        <p:nvSpPr>
          <p:cNvPr id="8" name="Footer Placeholder 7">
            <a:extLst>
              <a:ext uri="{FF2B5EF4-FFF2-40B4-BE49-F238E27FC236}">
                <a16:creationId xmlns:a16="http://schemas.microsoft.com/office/drawing/2014/main" id="{CE2060FB-3310-98A7-57F4-78B4341F59F3}"/>
              </a:ext>
            </a:extLst>
          </p:cNvPr>
          <p:cNvSpPr>
            <a:spLocks noGrp="1"/>
          </p:cNvSpPr>
          <p:nvPr>
            <p:ph type="ftr" sz="quarter" idx="20"/>
          </p:nvPr>
        </p:nvSpPr>
        <p:spPr>
          <a:xfrm>
            <a:off x="2048400" y="6271200"/>
            <a:ext cx="3883098" cy="180000"/>
          </a:xfrm>
        </p:spPr>
        <p:txBody>
          <a:bodyPr/>
          <a:lstStyle/>
          <a:p>
            <a:endParaRPr lang="zh-CN" altLang="en-US" dirty="0"/>
          </a:p>
        </p:txBody>
      </p:sp>
    </p:spTree>
    <p:extLst>
      <p:ext uri="{BB962C8B-B14F-4D97-AF65-F5344CB8AC3E}">
        <p14:creationId xmlns:p14="http://schemas.microsoft.com/office/powerpoint/2010/main" val="274541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750"/>
                                        <p:tgtEl>
                                          <p:spTgt spid="2"/>
                                        </p:tgtEl>
                                      </p:cBhvr>
                                    </p:animEffect>
                                    <p:anim calcmode="lin" valueType="num">
                                      <p:cBhvr>
                                        <p:cTn id="8" dur="1750" fill="hold"/>
                                        <p:tgtEl>
                                          <p:spTgt spid="2"/>
                                        </p:tgtEl>
                                        <p:attrNameLst>
                                          <p:attrName>ppt_x</p:attrName>
                                        </p:attrNameLst>
                                      </p:cBhvr>
                                      <p:tavLst>
                                        <p:tav tm="0">
                                          <p:val>
                                            <p:strVal val="#ppt_x"/>
                                          </p:val>
                                        </p:tav>
                                        <p:tav tm="100000">
                                          <p:val>
                                            <p:strVal val="#ppt_x"/>
                                          </p:val>
                                        </p:tav>
                                      </p:tavLst>
                                    </p:anim>
                                    <p:anim calcmode="lin" valueType="num">
                                      <p:cBhvr>
                                        <p:cTn id="9" dur="1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F">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3EC2906D-C91C-4D55-616A-0E01E668DAF5}"/>
              </a:ext>
            </a:extLst>
          </p:cNvPr>
          <p:cNvSpPr>
            <a:spLocks noGrp="1"/>
          </p:cNvSpPr>
          <p:nvPr>
            <p:ph type="pic" sz="quarter" idx="13" hasCustomPrompt="1"/>
          </p:nvPr>
        </p:nvSpPr>
        <p:spPr>
          <a:xfrm>
            <a:off x="0" y="0"/>
            <a:ext cx="12193200" cy="6861600"/>
          </a:xfrm>
          <a:prstGeom prst="rect">
            <a:avLst/>
          </a:prstGeom>
          <a:solidFill>
            <a:schemeClr val="bg1">
              <a:lumMod val="85000"/>
            </a:schemeClr>
          </a:solidFill>
        </p:spPr>
        <p:txBody>
          <a:bodyPr wrap="square" lIns="6264000" tIns="0" anchor="ctr" anchorCtr="0">
            <a:noAutofit/>
          </a:bodyPr>
          <a:lstStyle>
            <a:lvl1pPr marL="0" indent="0" algn="l">
              <a:buNone/>
              <a:defRPr sz="1400">
                <a:solidFill>
                  <a:schemeClr val="bg1"/>
                </a:solidFill>
              </a:defRPr>
            </a:lvl1pPr>
          </a:lstStyle>
          <a:p>
            <a:r>
              <a:rPr lang="en-US" altLang="zh-CN"/>
              <a:t>Click to add picture</a:t>
            </a:r>
            <a:endParaRPr lang="zh-CN" altLang="en-US" dirty="0"/>
          </a:p>
        </p:txBody>
      </p:sp>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
        <p:nvSpPr>
          <p:cNvPr id="10" name="Logo Placeholder 9"/>
          <p:cNvSpPr>
            <a:spLocks noGrp="1"/>
          </p:cNvSpPr>
          <p:nvPr>
            <p:ph type="body" sz="quarter" idx="14" hasCustomPrompt="1"/>
          </p:nvPr>
        </p:nvSpPr>
        <p:spPr>
          <a:xfrm>
            <a:off x="432000"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p:cNvSpPr>
            <a:spLocks noGrp="1"/>
          </p:cNvSpPr>
          <p:nvPr>
            <p:ph type="ctrTitle" hasCustomPrompt="1"/>
          </p:nvPr>
        </p:nvSpPr>
        <p:spPr bwMode="white">
          <a:xfrm>
            <a:off x="432000" y="1295400"/>
            <a:ext cx="5500800" cy="4270200"/>
          </a:xfrm>
        </p:spPr>
        <p:txBody>
          <a:bodyPr anchor="ctr" anchorCtr="0"/>
          <a:lstStyle>
            <a:lvl1pPr algn="l">
              <a:defRPr sz="4800" spc="-100" baseline="0">
                <a:solidFill>
                  <a:schemeClr val="bg1"/>
                </a:solidFill>
              </a:defRPr>
            </a:lvl1pPr>
          </a:lstStyle>
          <a:p>
            <a:r>
              <a:rPr lang="en-US" altLang="zh-CN"/>
              <a:t>Click to add title</a:t>
            </a:r>
            <a:endParaRPr lang="zh-CN" altLang="en-US" dirty="0"/>
          </a:p>
        </p:txBody>
      </p:sp>
      <p:sp>
        <p:nvSpPr>
          <p:cNvPr id="4" name="Text Placeholder 4">
            <a:extLst>
              <a:ext uri="{FF2B5EF4-FFF2-40B4-BE49-F238E27FC236}">
                <a16:creationId xmlns:a16="http://schemas.microsoft.com/office/drawing/2014/main" id="{C8B04237-93E9-2A83-D3FD-51334880D6A7}"/>
              </a:ext>
            </a:extLst>
          </p:cNvPr>
          <p:cNvSpPr>
            <a:spLocks noGrp="1"/>
          </p:cNvSpPr>
          <p:nvPr>
            <p:ph type="body" sz="quarter" idx="20" hasCustomPrompt="1"/>
          </p:nvPr>
        </p:nvSpPr>
        <p:spPr>
          <a:xfrm>
            <a:off x="431762" y="5642444"/>
            <a:ext cx="5500799" cy="350369"/>
          </a:xfrm>
        </p:spPr>
        <p:txBody>
          <a:bodyPr/>
          <a:lstStyle>
            <a:lvl1pPr marL="0" indent="0">
              <a:lnSpc>
                <a:spcPct val="110000"/>
              </a:lnSpc>
              <a:spcBef>
                <a:spcPts val="0"/>
              </a:spcBef>
              <a:spcAft>
                <a:spcPts val="0"/>
              </a:spcAft>
              <a:buFontTx/>
              <a:buNone/>
              <a:defRPr sz="1400">
                <a:solidFill>
                  <a:schemeClr val="bg1"/>
                </a:solidFill>
              </a:defRPr>
            </a:lvl1pPr>
            <a:lvl2pPr marL="0" indent="0">
              <a:lnSpc>
                <a:spcPct val="110000"/>
              </a:lnSpc>
              <a:spcBef>
                <a:spcPts val="0"/>
              </a:spcBef>
              <a:spcAft>
                <a:spcPts val="0"/>
              </a:spcAft>
              <a:buFontTx/>
              <a:buNone/>
              <a:defRPr sz="1400"/>
            </a:lvl2pPr>
            <a:lvl3pPr marL="0" indent="0">
              <a:lnSpc>
                <a:spcPct val="110000"/>
              </a:lnSpc>
              <a:spcBef>
                <a:spcPts val="0"/>
              </a:spcBef>
              <a:spcAft>
                <a:spcPts val="0"/>
              </a:spcAft>
              <a:buFontTx/>
              <a:buNone/>
              <a:defRPr sz="1400"/>
            </a:lvl3pPr>
            <a:lvl4pPr marL="0" indent="0">
              <a:lnSpc>
                <a:spcPct val="110000"/>
              </a:lnSpc>
              <a:spcBef>
                <a:spcPts val="0"/>
              </a:spcBef>
              <a:spcAft>
                <a:spcPts val="0"/>
              </a:spcAft>
              <a:buFontTx/>
              <a:buNone/>
              <a:defRPr sz="1400"/>
            </a:lvl4pPr>
            <a:lvl5pPr marL="0" indent="0">
              <a:lnSpc>
                <a:spcPct val="110000"/>
              </a:lnSpc>
              <a:spcBef>
                <a:spcPts val="0"/>
              </a:spcBef>
              <a:spcAft>
                <a:spcPts val="0"/>
              </a:spcAft>
              <a:buFontTx/>
              <a:buNone/>
              <a:defRPr sz="1400"/>
            </a:lvl5pPr>
            <a:lvl6pPr>
              <a:lnSpc>
                <a:spcPct val="110000"/>
              </a:lnSpc>
              <a:spcBef>
                <a:spcPts val="0"/>
              </a:spcBef>
              <a:spcAft>
                <a:spcPts val="0"/>
              </a:spcAft>
              <a:buNone/>
              <a:defRPr sz="1400">
                <a:solidFill>
                  <a:schemeClr val="tx1"/>
                </a:solidFill>
                <a:latin typeface="+mn-lt"/>
              </a:defRPr>
            </a:lvl6pPr>
            <a:lvl7pPr marL="0" indent="0">
              <a:lnSpc>
                <a:spcPct val="110000"/>
              </a:lnSpc>
              <a:spcBef>
                <a:spcPts val="0"/>
              </a:spcBef>
              <a:spcAft>
                <a:spcPts val="0"/>
              </a:spcAft>
              <a:buNone/>
              <a:defRPr sz="1400">
                <a:solidFill>
                  <a:schemeClr val="tx1"/>
                </a:solidFill>
                <a:latin typeface="+mn-lt"/>
              </a:defRPr>
            </a:lvl7pPr>
            <a:lvl8pPr>
              <a:lnSpc>
                <a:spcPct val="110000"/>
              </a:lnSpc>
              <a:spcBef>
                <a:spcPts val="0"/>
              </a:spcBef>
              <a:spcAft>
                <a:spcPts val="0"/>
              </a:spcAft>
              <a:buNone/>
              <a:defRPr sz="1400">
                <a:solidFill>
                  <a:schemeClr val="tx1"/>
                </a:solidFill>
                <a:latin typeface="+mn-lt"/>
              </a:defRPr>
            </a:lvl8pPr>
            <a:lvl9pPr>
              <a:lnSpc>
                <a:spcPct val="110000"/>
              </a:lnSpc>
              <a:spcBef>
                <a:spcPts val="0"/>
              </a:spcBef>
              <a:spcAft>
                <a:spcPts val="0"/>
              </a:spcAft>
              <a:buNone/>
              <a:defRPr sz="1400">
                <a:solidFill>
                  <a:schemeClr val="tx1"/>
                </a:solidFill>
                <a:latin typeface="+mn-lt"/>
              </a:defRPr>
            </a:lvl9pPr>
          </a:lstStyle>
          <a:p>
            <a:pPr lvl="0"/>
            <a:r>
              <a:rPr lang="en-US" altLang="zh-CN"/>
              <a:t>Click to add subtitle</a:t>
            </a:r>
            <a:endParaRPr lang="zh-CN" altLang="en-US" dirty="0"/>
          </a:p>
        </p:txBody>
      </p:sp>
      <p:sp>
        <p:nvSpPr>
          <p:cNvPr id="42" name="Date Placeholder 41">
            <a:extLst>
              <a:ext uri="{FF2B5EF4-FFF2-40B4-BE49-F238E27FC236}">
                <a16:creationId xmlns:a16="http://schemas.microsoft.com/office/drawing/2014/main" id="{2D6E44EC-D1ED-56D5-9AAA-C2A04539DEB0}"/>
              </a:ext>
            </a:extLst>
          </p:cNvPr>
          <p:cNvSpPr>
            <a:spLocks noGrp="1"/>
          </p:cNvSpPr>
          <p:nvPr>
            <p:ph type="dt" sz="half" idx="18"/>
          </p:nvPr>
        </p:nvSpPr>
        <p:spPr bwMode="white"/>
        <p:txBody>
          <a:bodyPr/>
          <a:lstStyle>
            <a:lvl1pPr>
              <a:defRPr>
                <a:solidFill>
                  <a:schemeClr val="bg1"/>
                </a:solidFill>
              </a:defRPr>
            </a:lvl1pPr>
          </a:lstStyle>
          <a:p>
            <a:fld id="{D55B80E2-5FF9-4F83-AC2D-EC208DF7477A}" type="datetime2">
              <a:rPr lang="zh-CN" altLang="en-US" smtClean="0"/>
              <a:t>2024年3月20日</a:t>
            </a:fld>
            <a:endParaRPr lang="zh-CN" altLang="en-US" dirty="0"/>
          </a:p>
        </p:txBody>
      </p:sp>
      <p:sp>
        <p:nvSpPr>
          <p:cNvPr id="46" name="Tagline Placeholder 9">
            <a:extLst>
              <a:ext uri="{FF2B5EF4-FFF2-40B4-BE49-F238E27FC236}">
                <a16:creationId xmlns:a16="http://schemas.microsoft.com/office/drawing/2014/main" id="{C92D76CC-B0DB-7004-9A7C-05178E55ECBB}"/>
              </a:ext>
            </a:extLst>
          </p:cNvPr>
          <p:cNvSpPr>
            <a:spLocks noGrp="1"/>
          </p:cNvSpPr>
          <p:nvPr>
            <p:ph type="body" sz="quarter" idx="19" hasCustomPrompt="1"/>
          </p:nvPr>
        </p:nvSpPr>
        <p:spPr>
          <a:xfrm>
            <a:off x="10492226" y="6035426"/>
            <a:ext cx="1268011" cy="432000"/>
          </a:xfrm>
          <a:blipFill>
            <a:blip r:embed="rId4">
              <a:extLst>
                <a:ext uri="{96DAC541-7B7A-43D3-8B79-37D633B846F1}">
                  <asvg:svgBlip xmlns:asvg="http://schemas.microsoft.com/office/drawing/2016/SVG/main" r:embed="rId5"/>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5" name="Footer Placeholder 4">
            <a:extLst>
              <a:ext uri="{FF2B5EF4-FFF2-40B4-BE49-F238E27FC236}">
                <a16:creationId xmlns:a16="http://schemas.microsoft.com/office/drawing/2014/main" id="{19259196-87BD-4F24-D4E8-88C1C61EFA19}"/>
              </a:ext>
            </a:extLst>
          </p:cNvPr>
          <p:cNvSpPr>
            <a:spLocks noGrp="1"/>
          </p:cNvSpPr>
          <p:nvPr>
            <p:ph type="ftr" sz="quarter" idx="21"/>
          </p:nvPr>
        </p:nvSpPr>
        <p:spPr>
          <a:xfrm>
            <a:off x="2048400" y="6271200"/>
            <a:ext cx="3883098" cy="180000"/>
          </a:xfrm>
        </p:spPr>
        <p:txBody>
          <a:bodyPr/>
          <a:lstStyle>
            <a:lvl1pPr>
              <a:defRPr>
                <a:solidFill>
                  <a:schemeClr val="bg1"/>
                </a:solidFill>
              </a:defRPr>
            </a:lvl1pPr>
          </a:lstStyle>
          <a:p>
            <a:endParaRPr lang="zh-CN" altLang="en-US" dirty="0"/>
          </a:p>
        </p:txBody>
      </p:sp>
    </p:spTree>
    <p:extLst>
      <p:ext uri="{BB962C8B-B14F-4D97-AF65-F5344CB8AC3E}">
        <p14:creationId xmlns:p14="http://schemas.microsoft.com/office/powerpoint/2010/main" val="1451667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
    <p:spTree>
      <p:nvGrpSpPr>
        <p:cNvPr id="1" name=""/>
        <p:cNvGrpSpPr/>
        <p:nvPr/>
      </p:nvGrpSpPr>
      <p:grpSpPr>
        <a:xfrm>
          <a:off x="0" y="0"/>
          <a:ext cx="0" cy="0"/>
          <a:chOff x="0" y="0"/>
          <a:chExt cx="0" cy="0"/>
        </a:xfrm>
      </p:grpSpPr>
      <p:sp>
        <p:nvSpPr>
          <p:cNvPr id="2" name="Picture Placeholder 39">
            <a:extLst>
              <a:ext uri="{FF2B5EF4-FFF2-40B4-BE49-F238E27FC236}">
                <a16:creationId xmlns:a16="http://schemas.microsoft.com/office/drawing/2014/main" id="{1F95E159-5DC6-5281-03F6-81FA3A49180A}"/>
              </a:ext>
            </a:extLst>
          </p:cNvPr>
          <p:cNvSpPr>
            <a:spLocks noGrp="1"/>
          </p:cNvSpPr>
          <p:nvPr>
            <p:ph type="pic" sz="quarter" idx="18" hasCustomPrompt="1"/>
          </p:nvPr>
        </p:nvSpPr>
        <p:spPr>
          <a:xfrm>
            <a:off x="7227888" y="0"/>
            <a:ext cx="4965312" cy="6861600"/>
          </a:xfrm>
          <a:prstGeom prst="rect">
            <a:avLst/>
          </a:prstGeom>
          <a:solidFill>
            <a:schemeClr val="bg1">
              <a:lumMod val="85000"/>
            </a:schemeClr>
          </a:solidFill>
        </p:spPr>
        <p:txBody>
          <a:bodyPr wrap="square" lIns="0" tIns="576000" anchor="ctr" anchorCtr="0">
            <a:noAutofit/>
          </a:bodyPr>
          <a:lstStyle>
            <a:lvl1pPr marL="0" indent="0" algn="ctr">
              <a:buNone/>
              <a:defRPr sz="1400">
                <a:solidFill>
                  <a:schemeClr val="tx1"/>
                </a:solidFill>
              </a:defRPr>
            </a:lvl1pPr>
          </a:lstStyle>
          <a:p>
            <a:r>
              <a:rPr lang="en-US" altLang="zh-CN"/>
              <a:t>Click to add picture</a:t>
            </a:r>
            <a:endParaRPr lang="zh-CN" altLang="en-US" dirty="0"/>
          </a:p>
        </p:txBody>
      </p:sp>
      <p:sp>
        <p:nvSpPr>
          <p:cNvPr id="3" name="Title 2">
            <a:extLst>
              <a:ext uri="{FF2B5EF4-FFF2-40B4-BE49-F238E27FC236}">
                <a16:creationId xmlns:a16="http://schemas.microsoft.com/office/drawing/2014/main" id="{82B3B4A0-C375-41A6-AA76-9E9EE3A791C0}"/>
              </a:ext>
            </a:extLst>
          </p:cNvPr>
          <p:cNvSpPr>
            <a:spLocks noGrp="1"/>
          </p:cNvSpPr>
          <p:nvPr>
            <p:ph type="title" hasCustomPrompt="1"/>
          </p:nvPr>
        </p:nvSpPr>
        <p:spPr>
          <a:xfrm>
            <a:off x="432000" y="864492"/>
            <a:ext cx="5500688" cy="504000"/>
          </a:xfrm>
        </p:spPr>
        <p:txBody>
          <a:bodyPr/>
          <a:lstStyle>
            <a:lvl1pPr>
              <a:defRPr/>
            </a:lvl1pPr>
          </a:lstStyle>
          <a:p>
            <a:r>
              <a:rPr lang="en-US" altLang="zh-CN"/>
              <a:t>Click to add Agenda title</a:t>
            </a:r>
            <a:endParaRPr lang="zh-CN" altLang="en-US" dirty="0"/>
          </a:p>
        </p:txBody>
      </p:sp>
      <p:sp>
        <p:nvSpPr>
          <p:cNvPr id="7" name="Text Placeholder 2"/>
          <p:cNvSpPr>
            <a:spLocks noGrp="1"/>
          </p:cNvSpPr>
          <p:nvPr>
            <p:ph type="body" sz="quarter" idx="13" hasCustomPrompt="1"/>
          </p:nvPr>
        </p:nvSpPr>
        <p:spPr>
          <a:xfrm>
            <a:off x="432000" y="1728493"/>
            <a:ext cx="5500688" cy="4264320"/>
          </a:xfrm>
        </p:spPr>
        <p:txBody>
          <a:bodyPr/>
          <a:lstStyle>
            <a:lvl1pPr marL="360000" indent="-360000">
              <a:lnSpc>
                <a:spcPct val="110000"/>
              </a:lnSpc>
              <a:spcBef>
                <a:spcPts val="600"/>
              </a:spcBef>
              <a:spcAft>
                <a:spcPts val="300"/>
              </a:spcAft>
              <a:buClr>
                <a:srgbClr val="141414"/>
              </a:buClr>
              <a:buFont typeface="+mj-lt"/>
              <a:buAutoNum type="arabicPeriod"/>
              <a:defRPr sz="2000" b="0">
                <a:solidFill>
                  <a:schemeClr val="tx1"/>
                </a:solidFill>
                <a:latin typeface="+mn-lt"/>
              </a:defRPr>
            </a:lvl1pPr>
            <a:lvl2pPr marL="540000" indent="-180000">
              <a:lnSpc>
                <a:spcPct val="110000"/>
              </a:lnSpc>
              <a:spcBef>
                <a:spcPts val="0"/>
              </a:spcBef>
              <a:spcAft>
                <a:spcPts val="600"/>
              </a:spcAft>
              <a:buFont typeface="Inter" panose="02000503000000020004" pitchFamily="2" charset="0"/>
              <a:buChar char="-"/>
              <a:defRPr sz="1600" b="0">
                <a:solidFill>
                  <a:schemeClr val="tx1"/>
                </a:solidFill>
                <a:latin typeface="+mn-lt"/>
              </a:defRPr>
            </a:lvl2pPr>
            <a:lvl3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3pPr>
            <a:lvl4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4pPr>
            <a:lvl5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5pPr>
            <a:lvl6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6pPr>
            <a:lvl7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7pPr>
            <a:lvl8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8pPr>
            <a:lvl9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9pPr>
          </a:lstStyle>
          <a:p>
            <a:pPr lvl="0"/>
            <a:r>
              <a:rPr lang="en-US" altLang="zh-CN" noProof="0"/>
              <a:t>Click to add agenda point</a:t>
            </a:r>
          </a:p>
          <a:p>
            <a:pPr lvl="1"/>
            <a:r>
              <a:rPr lang="en-US" altLang="zh-CN" noProof="0"/>
              <a:t>Second indent</a:t>
            </a:r>
            <a:endParaRPr lang="zh-CN" altLang="en-US" noProof="0" dirty="0"/>
          </a:p>
        </p:txBody>
      </p:sp>
      <p:sp>
        <p:nvSpPr>
          <p:cNvPr id="9" name="Logo Placeholder 9">
            <a:extLst>
              <a:ext uri="{FF2B5EF4-FFF2-40B4-BE49-F238E27FC236}">
                <a16:creationId xmlns:a16="http://schemas.microsoft.com/office/drawing/2014/main" id="{A8446264-65F7-50E8-101F-16D851063622}"/>
              </a:ext>
            </a:extLst>
          </p:cNvPr>
          <p:cNvSpPr>
            <a:spLocks noGrp="1"/>
          </p:cNvSpPr>
          <p:nvPr>
            <p:ph type="body" sz="quarter" idx="14" hasCustomPrompt="1"/>
          </p:nvPr>
        </p:nvSpPr>
        <p:spPr>
          <a:xfrm>
            <a:off x="10984613"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11" name="Date Placeholder 10">
            <a:extLst>
              <a:ext uri="{FF2B5EF4-FFF2-40B4-BE49-F238E27FC236}">
                <a16:creationId xmlns:a16="http://schemas.microsoft.com/office/drawing/2014/main" id="{E4953A64-F296-B8C4-E472-915A7AB13333}"/>
              </a:ext>
            </a:extLst>
          </p:cNvPr>
          <p:cNvSpPr>
            <a:spLocks noGrp="1"/>
          </p:cNvSpPr>
          <p:nvPr>
            <p:ph type="dt" sz="half" idx="19"/>
          </p:nvPr>
        </p:nvSpPr>
        <p:spPr/>
        <p:txBody>
          <a:bodyPr/>
          <a:lstStyle/>
          <a:p>
            <a:fld id="{69475019-67DA-4EA6-95F9-250B09DB72FB}" type="datetime2">
              <a:rPr lang="zh-CN" altLang="en-US" smtClean="0"/>
              <a:t>2024年3月20日</a:t>
            </a:fld>
            <a:endParaRPr lang="zh-CN" altLang="en-US" dirty="0"/>
          </a:p>
        </p:txBody>
      </p:sp>
      <p:sp>
        <p:nvSpPr>
          <p:cNvPr id="13" name="Slide Number Placeholder 12">
            <a:extLst>
              <a:ext uri="{FF2B5EF4-FFF2-40B4-BE49-F238E27FC236}">
                <a16:creationId xmlns:a16="http://schemas.microsoft.com/office/drawing/2014/main" id="{08AB1455-E7F4-13CA-4E4B-5EA74ED886E8}"/>
              </a:ext>
            </a:extLst>
          </p:cNvPr>
          <p:cNvSpPr>
            <a:spLocks noGrp="1"/>
          </p:cNvSpPr>
          <p:nvPr>
            <p:ph type="sldNum" sz="quarter" idx="21"/>
          </p:nvPr>
        </p:nvSpPr>
        <p:spPr/>
        <p:txBody>
          <a:bodyPr/>
          <a:lstStyle/>
          <a:p>
            <a:fld id="{23AA811B-2EBD-4900-905E-5BE206449611}" type="slidenum">
              <a:rPr lang="en-US" altLang="zh-CN" smtClean="0"/>
              <a:pPr/>
              <a:t>‹#›</a:t>
            </a:fld>
            <a:endParaRPr lang="zh-CN" altLang="en-US" dirty="0"/>
          </a:p>
        </p:txBody>
      </p:sp>
      <p:sp>
        <p:nvSpPr>
          <p:cNvPr id="4" name="Footer Placeholder 3">
            <a:extLst>
              <a:ext uri="{FF2B5EF4-FFF2-40B4-BE49-F238E27FC236}">
                <a16:creationId xmlns:a16="http://schemas.microsoft.com/office/drawing/2014/main" id="{DF837A55-6DFF-8810-13BD-74293F7DA730}"/>
              </a:ext>
            </a:extLst>
          </p:cNvPr>
          <p:cNvSpPr>
            <a:spLocks noGrp="1"/>
          </p:cNvSpPr>
          <p:nvPr>
            <p:ph type="ftr" sz="quarter" idx="22"/>
          </p:nvPr>
        </p:nvSpPr>
        <p:spPr>
          <a:xfrm>
            <a:off x="2048400" y="6271200"/>
            <a:ext cx="3883098" cy="180000"/>
          </a:xfrm>
        </p:spPr>
        <p:txBody>
          <a:bodyPr/>
          <a:lstStyle/>
          <a:p>
            <a:endParaRPr lang="zh-CN" altLang="en-US" dirty="0"/>
          </a:p>
        </p:txBody>
      </p:sp>
    </p:spTree>
    <p:extLst>
      <p:ext uri="{BB962C8B-B14F-4D97-AF65-F5344CB8AC3E}">
        <p14:creationId xmlns:p14="http://schemas.microsoft.com/office/powerpoint/2010/main" val="2198317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B">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20808C-A9FC-0520-80B7-E8B7B7FF56C2}"/>
              </a:ext>
            </a:extLst>
          </p:cNvPr>
          <p:cNvSpPr>
            <a:spLocks noGrp="1"/>
          </p:cNvSpPr>
          <p:nvPr>
            <p:ph type="title" hasCustomPrompt="1"/>
          </p:nvPr>
        </p:nvSpPr>
        <p:spPr>
          <a:xfrm>
            <a:off x="432000" y="863600"/>
            <a:ext cx="5500688" cy="504000"/>
          </a:xfrm>
        </p:spPr>
        <p:txBody>
          <a:bodyPr/>
          <a:lstStyle>
            <a:lvl1pPr>
              <a:defRPr/>
            </a:lvl1pPr>
          </a:lstStyle>
          <a:p>
            <a:r>
              <a:rPr lang="en-US" altLang="zh-CN"/>
              <a:t>Click to add Agenda title</a:t>
            </a:r>
            <a:endParaRPr lang="zh-CN" altLang="en-US" dirty="0"/>
          </a:p>
        </p:txBody>
      </p:sp>
      <p:sp>
        <p:nvSpPr>
          <p:cNvPr id="4" name="Text Placeholder 3">
            <a:extLst>
              <a:ext uri="{FF2B5EF4-FFF2-40B4-BE49-F238E27FC236}">
                <a16:creationId xmlns:a16="http://schemas.microsoft.com/office/drawing/2014/main" id="{7D485AA6-92EE-46D3-8826-CF357E1A4587}"/>
              </a:ext>
            </a:extLst>
          </p:cNvPr>
          <p:cNvSpPr>
            <a:spLocks noGrp="1"/>
          </p:cNvSpPr>
          <p:nvPr>
            <p:ph type="body" sz="quarter" idx="17" hasCustomPrompt="1"/>
          </p:nvPr>
        </p:nvSpPr>
        <p:spPr>
          <a:xfrm>
            <a:off x="432000" y="1727601"/>
            <a:ext cx="792000" cy="4265212"/>
          </a:xfrm>
        </p:spPr>
        <p:txBody>
          <a:bodyPr/>
          <a:lstStyle>
            <a:lvl1pPr marL="0" indent="0">
              <a:lnSpc>
                <a:spcPts val="2600"/>
              </a:lnSpc>
              <a:spcBef>
                <a:spcPts val="300"/>
              </a:spcBef>
              <a:spcAft>
                <a:spcPts val="600"/>
              </a:spcAft>
              <a:buFont typeface="Arial" panose="020B0604020202020204" pitchFamily="34" charset="0"/>
              <a:buChar char="​"/>
              <a:defRPr sz="2000" b="0">
                <a:solidFill>
                  <a:schemeClr val="tx1"/>
                </a:solidFill>
                <a:latin typeface="+mn-lt"/>
              </a:defRPr>
            </a:lvl1pPr>
            <a:lvl2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2pPr>
            <a:lvl3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3pPr>
            <a:lvl4pPr>
              <a:lnSpc>
                <a:spcPts val="2600"/>
              </a:lnSpc>
              <a:spcBef>
                <a:spcPts val="0"/>
              </a:spcBef>
              <a:spcAft>
                <a:spcPts val="0"/>
              </a:spcAft>
              <a:buFont typeface="Arial" panose="020B0604020202020204" pitchFamily="34" charset="0"/>
              <a:buChar char="​"/>
              <a:defRPr sz="2000" b="0">
                <a:solidFill>
                  <a:schemeClr val="tx1"/>
                </a:solidFill>
                <a:latin typeface="+mn-lt"/>
              </a:defRPr>
            </a:lvl4pPr>
            <a:lvl5pPr>
              <a:lnSpc>
                <a:spcPts val="2600"/>
              </a:lnSpc>
              <a:spcBef>
                <a:spcPts val="0"/>
              </a:spcBef>
              <a:spcAft>
                <a:spcPts val="0"/>
              </a:spcAft>
              <a:buFont typeface="Arial" panose="020B0604020202020204" pitchFamily="34" charset="0"/>
              <a:buChar char="​"/>
              <a:defRPr sz="2000" b="0">
                <a:solidFill>
                  <a:schemeClr val="tx1"/>
                </a:solidFill>
                <a:latin typeface="+mn-lt"/>
              </a:defRPr>
            </a:lvl5pPr>
            <a:lvl6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6pPr>
            <a:lvl7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7pPr>
            <a:lvl8pPr>
              <a:lnSpc>
                <a:spcPts val="2600"/>
              </a:lnSpc>
              <a:spcBef>
                <a:spcPts val="0"/>
              </a:spcBef>
              <a:spcAft>
                <a:spcPts val="0"/>
              </a:spcAft>
              <a:defRPr sz="2000" b="0">
                <a:solidFill>
                  <a:schemeClr val="tx1"/>
                </a:solidFill>
                <a:latin typeface="+mn-lt"/>
              </a:defRPr>
            </a:lvl8pPr>
            <a:lvl9pPr>
              <a:lnSpc>
                <a:spcPts val="2600"/>
              </a:lnSpc>
              <a:spcBef>
                <a:spcPts val="0"/>
              </a:spcBef>
              <a:spcAft>
                <a:spcPts val="0"/>
              </a:spcAft>
              <a:defRPr sz="2000" b="0">
                <a:solidFill>
                  <a:schemeClr val="tx1"/>
                </a:solidFill>
                <a:latin typeface="+mn-lt"/>
              </a:defRPr>
            </a:lvl9pPr>
          </a:lstStyle>
          <a:p>
            <a:pPr lvl="0"/>
            <a:r>
              <a:rPr lang="en-US" altLang="zh-CN"/>
              <a:t>00:00</a:t>
            </a:r>
            <a:endParaRPr lang="zh-CN" altLang="en-US" dirty="0"/>
          </a:p>
        </p:txBody>
      </p:sp>
      <p:sp>
        <p:nvSpPr>
          <p:cNvPr id="7" name="Text Placeholder 2"/>
          <p:cNvSpPr>
            <a:spLocks noGrp="1"/>
          </p:cNvSpPr>
          <p:nvPr>
            <p:ph type="body" sz="quarter" idx="13" hasCustomPrompt="1"/>
          </p:nvPr>
        </p:nvSpPr>
        <p:spPr>
          <a:xfrm>
            <a:off x="1401762" y="1727601"/>
            <a:ext cx="4530725" cy="4265212"/>
          </a:xfrm>
        </p:spPr>
        <p:txBody>
          <a:bodyPr/>
          <a:lstStyle>
            <a:lvl1pPr marL="0" indent="0">
              <a:lnSpc>
                <a:spcPts val="2600"/>
              </a:lnSpc>
              <a:spcBef>
                <a:spcPts val="300"/>
              </a:spcBef>
              <a:spcAft>
                <a:spcPts val="600"/>
              </a:spcAft>
              <a:buFont typeface="Arial" panose="020B0604020202020204" pitchFamily="34" charset="0"/>
              <a:buNone/>
              <a:defRPr sz="2000" b="0">
                <a:solidFill>
                  <a:schemeClr val="tx1"/>
                </a:solidFill>
                <a:latin typeface="+mn-lt"/>
              </a:defRPr>
            </a:lvl1pPr>
            <a:lvl2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2pPr>
            <a:lvl3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3pPr>
            <a:lvl4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4pPr>
            <a:lvl5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5pPr>
            <a:lvl6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6pPr>
            <a:lvl7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7pPr>
            <a:lvl8pPr marL="0" indent="0">
              <a:lnSpc>
                <a:spcPts val="2600"/>
              </a:lnSpc>
              <a:spcBef>
                <a:spcPts val="0"/>
              </a:spcBef>
              <a:spcAft>
                <a:spcPts val="0"/>
              </a:spcAft>
              <a:buFont typeface="Arial" panose="020B0604020202020204" pitchFamily="34" charset="0"/>
              <a:buChar char="​"/>
              <a:defRPr sz="2000" b="0">
                <a:solidFill>
                  <a:schemeClr val="tx1"/>
                </a:solidFill>
                <a:latin typeface="+mn-lt"/>
              </a:defRPr>
            </a:lvl8pPr>
            <a:lvl9pPr marL="0" indent="0">
              <a:lnSpc>
                <a:spcPts val="2600"/>
              </a:lnSpc>
              <a:spcBef>
                <a:spcPts val="0"/>
              </a:spcBef>
              <a:buFont typeface="Arial" panose="020B0604020202020204" pitchFamily="34" charset="0"/>
              <a:buChar char="​"/>
              <a:defRPr sz="2000" b="0">
                <a:solidFill>
                  <a:schemeClr val="tx1"/>
                </a:solidFill>
                <a:latin typeface="+mn-lt"/>
              </a:defRPr>
            </a:lvl9pPr>
          </a:lstStyle>
          <a:p>
            <a:pPr lvl="0"/>
            <a:r>
              <a:rPr lang="en-US" altLang="zh-CN" noProof="0"/>
              <a:t>Click to add agenda point, one line</a:t>
            </a:r>
            <a:endParaRPr lang="zh-CN" altLang="en-US" noProof="0" dirty="0"/>
          </a:p>
        </p:txBody>
      </p:sp>
      <p:sp>
        <p:nvSpPr>
          <p:cNvPr id="10" name="Date Placeholder 9">
            <a:extLst>
              <a:ext uri="{FF2B5EF4-FFF2-40B4-BE49-F238E27FC236}">
                <a16:creationId xmlns:a16="http://schemas.microsoft.com/office/drawing/2014/main" id="{BB2CF03C-775B-9CEC-DDF4-B4B4D4311685}"/>
              </a:ext>
            </a:extLst>
          </p:cNvPr>
          <p:cNvSpPr>
            <a:spLocks noGrp="1"/>
          </p:cNvSpPr>
          <p:nvPr>
            <p:ph type="dt" sz="half" idx="23"/>
          </p:nvPr>
        </p:nvSpPr>
        <p:spPr/>
        <p:txBody>
          <a:bodyPr/>
          <a:lstStyle/>
          <a:p>
            <a:fld id="{F7CC93F5-E6A3-4E92-A3E8-6EA812AD59F6}" type="datetime2">
              <a:rPr lang="zh-CN" altLang="en-US" smtClean="0"/>
              <a:t>2024年3月20日</a:t>
            </a:fld>
            <a:endParaRPr lang="zh-CN" altLang="en-US" dirty="0"/>
          </a:p>
        </p:txBody>
      </p:sp>
      <p:sp>
        <p:nvSpPr>
          <p:cNvPr id="12" name="Slide Number Placeholder 11">
            <a:extLst>
              <a:ext uri="{FF2B5EF4-FFF2-40B4-BE49-F238E27FC236}">
                <a16:creationId xmlns:a16="http://schemas.microsoft.com/office/drawing/2014/main" id="{52419E34-5713-02D9-7C34-B1C4B3F0967A}"/>
              </a:ext>
            </a:extLst>
          </p:cNvPr>
          <p:cNvSpPr>
            <a:spLocks noGrp="1"/>
          </p:cNvSpPr>
          <p:nvPr>
            <p:ph type="sldNum" sz="quarter" idx="25"/>
          </p:nvPr>
        </p:nvSpPr>
        <p:spPr/>
        <p:txBody>
          <a:bodyPr/>
          <a:lstStyle/>
          <a:p>
            <a:fld id="{23AA811B-2EBD-4900-905E-5BE206449611}" type="slidenum">
              <a:rPr lang="en-US" altLang="zh-CN" smtClean="0"/>
              <a:pPr/>
              <a:t>‹#›</a:t>
            </a:fld>
            <a:endParaRPr lang="zh-CN" altLang="en-US" dirty="0"/>
          </a:p>
        </p:txBody>
      </p:sp>
      <p:sp>
        <p:nvSpPr>
          <p:cNvPr id="3" name="Footer Placeholder 2">
            <a:extLst>
              <a:ext uri="{FF2B5EF4-FFF2-40B4-BE49-F238E27FC236}">
                <a16:creationId xmlns:a16="http://schemas.microsoft.com/office/drawing/2014/main" id="{18D6353B-7C2A-6F34-3538-7EDFCB3C532C}"/>
              </a:ext>
            </a:extLst>
          </p:cNvPr>
          <p:cNvSpPr>
            <a:spLocks noGrp="1"/>
          </p:cNvSpPr>
          <p:nvPr>
            <p:ph type="ftr" sz="quarter" idx="26"/>
          </p:nvPr>
        </p:nvSpPr>
        <p:spPr>
          <a:xfrm>
            <a:off x="2048400" y="6271200"/>
            <a:ext cx="3883098" cy="180000"/>
          </a:xfrm>
        </p:spPr>
        <p:txBody>
          <a:bodyPr/>
          <a:lstStyle/>
          <a:p>
            <a:endParaRPr lang="zh-CN" altLang="en-US" dirty="0"/>
          </a:p>
        </p:txBody>
      </p:sp>
      <p:pic>
        <p:nvPicPr>
          <p:cNvPr id="5" name="Logo">
            <a:extLst>
              <a:ext uri="{FF2B5EF4-FFF2-40B4-BE49-F238E27FC236}">
                <a16:creationId xmlns:a16="http://schemas.microsoft.com/office/drawing/2014/main" id="{FFC9A1BA-7221-3437-C50A-A8C3B38BB14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347665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C">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20808C-A9FC-0520-80B7-E8B7B7FF56C2}"/>
              </a:ext>
            </a:extLst>
          </p:cNvPr>
          <p:cNvSpPr>
            <a:spLocks noGrp="1"/>
          </p:cNvSpPr>
          <p:nvPr>
            <p:ph type="title" hasCustomPrompt="1"/>
          </p:nvPr>
        </p:nvSpPr>
        <p:spPr>
          <a:xfrm>
            <a:off x="432000" y="863600"/>
            <a:ext cx="2587425" cy="999940"/>
          </a:xfrm>
        </p:spPr>
        <p:txBody>
          <a:bodyPr/>
          <a:lstStyle>
            <a:lvl1pPr>
              <a:defRPr/>
            </a:lvl1pPr>
          </a:lstStyle>
          <a:p>
            <a:r>
              <a:rPr lang="en-US" altLang="zh-CN"/>
              <a:t>Click to add Agenda title</a:t>
            </a:r>
            <a:endParaRPr lang="zh-CN" altLang="en-US" dirty="0"/>
          </a:p>
        </p:txBody>
      </p:sp>
      <p:sp>
        <p:nvSpPr>
          <p:cNvPr id="12" name="Text Placeholder 2">
            <a:extLst>
              <a:ext uri="{FF2B5EF4-FFF2-40B4-BE49-F238E27FC236}">
                <a16:creationId xmlns:a16="http://schemas.microsoft.com/office/drawing/2014/main" id="{27D1017B-5B93-51A9-55B3-ED901BAC88F5}"/>
              </a:ext>
            </a:extLst>
          </p:cNvPr>
          <p:cNvSpPr>
            <a:spLocks noGrp="1"/>
          </p:cNvSpPr>
          <p:nvPr>
            <p:ph type="body" sz="quarter" idx="13" hasCustomPrompt="1"/>
          </p:nvPr>
        </p:nvSpPr>
        <p:spPr>
          <a:xfrm>
            <a:off x="4314824" y="863601"/>
            <a:ext cx="5502276" cy="5129212"/>
          </a:xfrm>
        </p:spPr>
        <p:txBody>
          <a:bodyPr/>
          <a:lstStyle>
            <a:lvl1pPr marL="360000" indent="-360000">
              <a:lnSpc>
                <a:spcPct val="110000"/>
              </a:lnSpc>
              <a:spcBef>
                <a:spcPts val="600"/>
              </a:spcBef>
              <a:spcAft>
                <a:spcPts val="300"/>
              </a:spcAft>
              <a:buClr>
                <a:schemeClr val="tx1"/>
              </a:buClr>
              <a:buFont typeface="+mj-lt"/>
              <a:buAutoNum type="arabicPeriod"/>
              <a:defRPr sz="2000" b="0">
                <a:solidFill>
                  <a:schemeClr val="tx1"/>
                </a:solidFill>
                <a:latin typeface="+mn-lt"/>
              </a:defRPr>
            </a:lvl1pPr>
            <a:lvl2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2pPr>
            <a:lvl3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3pPr>
            <a:lvl4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4pPr>
            <a:lvl5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5pPr>
            <a:lvl6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6pPr>
            <a:lvl7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7pPr>
            <a:lvl8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8pPr>
            <a:lvl9pPr marL="540000" indent="-180000">
              <a:lnSpc>
                <a:spcPct val="110000"/>
              </a:lnSpc>
              <a:spcBef>
                <a:spcPts val="0"/>
              </a:spcBef>
              <a:spcAft>
                <a:spcPts val="600"/>
              </a:spcAft>
              <a:buClr>
                <a:srgbClr val="1450F5"/>
              </a:buClr>
              <a:buFont typeface="Inter" panose="02000503000000020004" pitchFamily="2" charset="0"/>
              <a:buChar char="-"/>
              <a:defRPr sz="1600" b="0">
                <a:solidFill>
                  <a:schemeClr val="tx1"/>
                </a:solidFill>
                <a:latin typeface="+mn-lt"/>
              </a:defRPr>
            </a:lvl9pPr>
          </a:lstStyle>
          <a:p>
            <a:pPr lvl="0"/>
            <a:r>
              <a:rPr lang="en-US" altLang="zh-CN" noProof="0"/>
              <a:t>Click to add agenda point</a:t>
            </a:r>
          </a:p>
          <a:p>
            <a:pPr lvl="1"/>
            <a:r>
              <a:rPr lang="en-US" altLang="zh-CN" noProof="0"/>
              <a:t>Second indent</a:t>
            </a:r>
            <a:endParaRPr lang="zh-CN" altLang="en-US" noProof="0" dirty="0"/>
          </a:p>
        </p:txBody>
      </p:sp>
      <p:sp>
        <p:nvSpPr>
          <p:cNvPr id="4" name="Date Placeholder 3">
            <a:extLst>
              <a:ext uri="{FF2B5EF4-FFF2-40B4-BE49-F238E27FC236}">
                <a16:creationId xmlns:a16="http://schemas.microsoft.com/office/drawing/2014/main" id="{764B3697-5A10-3954-BA5B-20BE868C8A4B}"/>
              </a:ext>
            </a:extLst>
          </p:cNvPr>
          <p:cNvSpPr>
            <a:spLocks noGrp="1"/>
          </p:cNvSpPr>
          <p:nvPr>
            <p:ph type="dt" sz="half" idx="18"/>
          </p:nvPr>
        </p:nvSpPr>
        <p:spPr/>
        <p:txBody>
          <a:bodyPr/>
          <a:lstStyle/>
          <a:p>
            <a:fld id="{DBB402FC-05B3-43C7-9A38-767BB310311B}" type="datetime2">
              <a:rPr lang="zh-CN" altLang="en-US" smtClean="0"/>
              <a:t>2024年3月20日</a:t>
            </a:fld>
            <a:endParaRPr lang="zh-CN" altLang="en-US" dirty="0"/>
          </a:p>
        </p:txBody>
      </p:sp>
      <p:sp>
        <p:nvSpPr>
          <p:cNvPr id="7" name="Footer Placeholder 6">
            <a:extLst>
              <a:ext uri="{FF2B5EF4-FFF2-40B4-BE49-F238E27FC236}">
                <a16:creationId xmlns:a16="http://schemas.microsoft.com/office/drawing/2014/main" id="{9FDB83AA-C7F5-3811-A406-CF7545F6CE45}"/>
              </a:ext>
            </a:extLst>
          </p:cNvPr>
          <p:cNvSpPr>
            <a:spLocks noGrp="1"/>
          </p:cNvSpPr>
          <p:nvPr>
            <p:ph type="ftr" sz="quarter" idx="19"/>
          </p:nvPr>
        </p:nvSpPr>
        <p:spPr/>
        <p:txBody>
          <a:bodyPr/>
          <a:lstStyle/>
          <a:p>
            <a:endParaRPr lang="zh-CN" altLang="en-US" dirty="0"/>
          </a:p>
        </p:txBody>
      </p:sp>
      <p:sp>
        <p:nvSpPr>
          <p:cNvPr id="10" name="Slide Number Placeholder 9">
            <a:extLst>
              <a:ext uri="{FF2B5EF4-FFF2-40B4-BE49-F238E27FC236}">
                <a16:creationId xmlns:a16="http://schemas.microsoft.com/office/drawing/2014/main" id="{412D356A-C127-FB33-B378-582BA8F87DD4}"/>
              </a:ext>
            </a:extLst>
          </p:cNvPr>
          <p:cNvSpPr>
            <a:spLocks noGrp="1"/>
          </p:cNvSpPr>
          <p:nvPr>
            <p:ph type="sldNum" sz="quarter" idx="20"/>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CA3B49E2-9E84-91C3-98CA-04B09D4BCD1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644113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numbering)">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white">
          <a:xfrm>
            <a:off x="4314825" y="863600"/>
            <a:ext cx="5502275" cy="5129213"/>
          </a:xfrm>
        </p:spPr>
        <p:txBody>
          <a:bodyPr anchor="ctr" anchorCtr="0"/>
          <a:lstStyle>
            <a:lvl1pPr algn="l">
              <a:defRPr sz="4800" spc="-100" baseline="0">
                <a:solidFill>
                  <a:schemeClr val="tx1"/>
                </a:solidFill>
              </a:defRPr>
            </a:lvl1pPr>
          </a:lstStyle>
          <a:p>
            <a:r>
              <a:rPr lang="en-US" altLang="zh-CN" noProof="0"/>
              <a:t>Click to add title</a:t>
            </a:r>
            <a:endParaRPr lang="zh-CN" altLang="en-US" dirty="0"/>
          </a:p>
        </p:txBody>
      </p:sp>
      <p:pic>
        <p:nvPicPr>
          <p:cNvPr id="4" name="Logo">
            <a:extLst>
              <a:ext uri="{FF2B5EF4-FFF2-40B4-BE49-F238E27FC236}">
                <a16:creationId xmlns:a16="http://schemas.microsoft.com/office/drawing/2014/main" id="{266C311E-92BF-5918-7732-348FEE55BA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32001" y="432000"/>
            <a:ext cx="773998" cy="299738"/>
          </a:xfrm>
          <a:prstGeom prst="rect">
            <a:avLst/>
          </a:prstGeom>
        </p:spPr>
      </p:pic>
      <p:sp>
        <p:nvSpPr>
          <p:cNvPr id="5" name="Text Placeholder 2">
            <a:extLst>
              <a:ext uri="{FF2B5EF4-FFF2-40B4-BE49-F238E27FC236}">
                <a16:creationId xmlns:a16="http://schemas.microsoft.com/office/drawing/2014/main" id="{366518A5-9FAA-712E-01B8-639ADF4170C5}"/>
              </a:ext>
            </a:extLst>
          </p:cNvPr>
          <p:cNvSpPr>
            <a:spLocks noGrp="1"/>
          </p:cNvSpPr>
          <p:nvPr>
            <p:ph type="body" sz="quarter" idx="13" hasCustomPrompt="1"/>
          </p:nvPr>
        </p:nvSpPr>
        <p:spPr bwMode="white">
          <a:xfrm>
            <a:off x="431800" y="863600"/>
            <a:ext cx="3559175" cy="5129213"/>
          </a:xfrm>
        </p:spPr>
        <p:txBody>
          <a:bodyPr anchor="ctr" anchorCtr="0"/>
          <a:lstStyle>
            <a:lvl1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1pPr>
            <a:lvl2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2pPr>
            <a:lvl3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3pPr>
            <a:lvl4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4pPr>
            <a:lvl5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5pPr>
            <a:lvl6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6pPr>
            <a:lvl7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7pPr>
            <a:lvl8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8pPr>
            <a:lvl9pPr marL="0" indent="0">
              <a:lnSpc>
                <a:spcPct val="100000"/>
              </a:lnSpc>
              <a:spcBef>
                <a:spcPts val="0"/>
              </a:spcBef>
              <a:spcAft>
                <a:spcPts val="0"/>
              </a:spcAft>
              <a:buFont typeface="Arial" panose="020B0604020202020204" pitchFamily="34" charset="0"/>
              <a:buChar char="​"/>
              <a:defRPr sz="18000" b="0" spc="-100">
                <a:solidFill>
                  <a:schemeClr val="tx1"/>
                </a:solidFill>
                <a:latin typeface="KONE Information" panose="020B0603040000020003" pitchFamily="34" charset="-79"/>
                <a:cs typeface="KONE Information" panose="020B0603040000020003" pitchFamily="34" charset="-79"/>
              </a:defRPr>
            </a:lvl9pPr>
          </a:lstStyle>
          <a:p>
            <a:pPr lvl="0"/>
            <a:r>
              <a:rPr lang="en-US" altLang="zh-CN" noProof="0"/>
              <a:t>00</a:t>
            </a:r>
            <a:endParaRPr lang="zh-CN" altLang="en-US" noProof="0" dirty="0"/>
          </a:p>
        </p:txBody>
      </p:sp>
      <p:sp>
        <p:nvSpPr>
          <p:cNvPr id="3" name="Date Placeholder 2">
            <a:extLst>
              <a:ext uri="{FF2B5EF4-FFF2-40B4-BE49-F238E27FC236}">
                <a16:creationId xmlns:a16="http://schemas.microsoft.com/office/drawing/2014/main" id="{3055898B-D014-FEF8-76FB-CD7EFBDBEE62}"/>
              </a:ext>
            </a:extLst>
          </p:cNvPr>
          <p:cNvSpPr>
            <a:spLocks noGrp="1"/>
          </p:cNvSpPr>
          <p:nvPr>
            <p:ph type="dt" sz="half" idx="14"/>
          </p:nvPr>
        </p:nvSpPr>
        <p:spPr/>
        <p:txBody>
          <a:bodyPr/>
          <a:lstStyle/>
          <a:p>
            <a:fld id="{148F6EAC-E76A-4980-BD23-E2D6F8C70935}"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0715F9E2-0B99-7A51-9C5E-B08CBFF6DE03}"/>
              </a:ext>
            </a:extLst>
          </p:cNvPr>
          <p:cNvSpPr>
            <a:spLocks noGrp="1"/>
          </p:cNvSpPr>
          <p:nvPr>
            <p:ph type="ftr" sz="quarter" idx="15"/>
          </p:nvPr>
        </p:nvSpPr>
        <p:spPr/>
        <p:txBody>
          <a:bodyPr/>
          <a:lstStyle/>
          <a:p>
            <a:endParaRPr lang="zh-CN" altLang="en-US" dirty="0"/>
          </a:p>
        </p:txBody>
      </p:sp>
      <p:sp>
        <p:nvSpPr>
          <p:cNvPr id="11" name="Slide Number Placeholder 10">
            <a:extLst>
              <a:ext uri="{FF2B5EF4-FFF2-40B4-BE49-F238E27FC236}">
                <a16:creationId xmlns:a16="http://schemas.microsoft.com/office/drawing/2014/main" id="{2FBB8A15-47A1-6043-EE6C-737565CB60D1}"/>
              </a:ext>
            </a:extLst>
          </p:cNvPr>
          <p:cNvSpPr>
            <a:spLocks noGrp="1"/>
          </p:cNvSpPr>
          <p:nvPr>
            <p:ph type="sldNum" sz="quarter" idx="16"/>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1971382265"/>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divider A">
    <p:bg>
      <p:bgPr>
        <a:solidFill>
          <a:srgbClr val="D2F5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2000" y="1295400"/>
            <a:ext cx="5502275" cy="4697413"/>
          </a:xfrm>
        </p:spPr>
        <p:txBody>
          <a:bodyPr anchor="ctr" anchorCtr="0"/>
          <a:lstStyle>
            <a:lvl1pPr algn="l">
              <a:defRPr sz="4800" spc="-100" baseline="0">
                <a:solidFill>
                  <a:srgbClr val="141414"/>
                </a:solidFill>
              </a:defRPr>
            </a:lvl1pPr>
          </a:lstStyle>
          <a:p>
            <a:r>
              <a:rPr lang="en-US" altLang="zh-CN" noProof="0"/>
              <a:t>Click to add title</a:t>
            </a:r>
            <a:endParaRPr lang="zh-CN" altLang="en-US" dirty="0"/>
          </a:p>
        </p:txBody>
      </p:sp>
      <p:pic>
        <p:nvPicPr>
          <p:cNvPr id="4" name="Logo">
            <a:extLst>
              <a:ext uri="{FF2B5EF4-FFF2-40B4-BE49-F238E27FC236}">
                <a16:creationId xmlns:a16="http://schemas.microsoft.com/office/drawing/2014/main" id="{266C311E-92BF-5918-7732-348FEE55BA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32001" y="432000"/>
            <a:ext cx="773998" cy="299737"/>
          </a:xfrm>
          <a:prstGeom prst="rect">
            <a:avLst/>
          </a:prstGeom>
        </p:spPr>
      </p:pic>
      <p:sp>
        <p:nvSpPr>
          <p:cNvPr id="9" name="Content Placeholder 8">
            <a:extLst>
              <a:ext uri="{FF2B5EF4-FFF2-40B4-BE49-F238E27FC236}">
                <a16:creationId xmlns:a16="http://schemas.microsoft.com/office/drawing/2014/main" id="{B2D344DD-AE58-6BDF-25A5-7C822D0629F7}"/>
              </a:ext>
            </a:extLst>
          </p:cNvPr>
          <p:cNvSpPr>
            <a:spLocks noGrp="1"/>
          </p:cNvSpPr>
          <p:nvPr>
            <p:ph sz="quarter" idx="17" hasCustomPrompt="1"/>
          </p:nvPr>
        </p:nvSpPr>
        <p:spPr>
          <a:xfrm>
            <a:off x="8199438" y="2099706"/>
            <a:ext cx="3204000" cy="3088800"/>
          </a:xfrm>
        </p:spPr>
        <p:txBody>
          <a:bodyPr/>
          <a:lstStyle>
            <a:lvl1pPr marL="0" indent="0" algn="ctr">
              <a:buNone/>
              <a:defRPr>
                <a:solidFill>
                  <a:srgbClr val="141414"/>
                </a:solidFill>
              </a:defRPr>
            </a:lvl1pPr>
            <a:lvl2pPr>
              <a:defRPr>
                <a:solidFill>
                  <a:srgbClr val="141414"/>
                </a:solidFill>
              </a:defRPr>
            </a:lvl2pPr>
            <a:lvl3pPr>
              <a:defRPr>
                <a:solidFill>
                  <a:srgbClr val="141414"/>
                </a:solidFill>
              </a:defRPr>
            </a:lvl3pPr>
            <a:lvl4pPr>
              <a:defRPr>
                <a:solidFill>
                  <a:srgbClr val="141414"/>
                </a:solidFill>
              </a:defRPr>
            </a:lvl4pPr>
            <a:lvl5pPr>
              <a:defRPr>
                <a:solidFill>
                  <a:srgbClr val="141414"/>
                </a:solidFill>
              </a:defRPr>
            </a:lvl5pPr>
          </a:lstStyle>
          <a:p>
            <a:pPr lvl="0"/>
            <a:r>
              <a:rPr lang="en-US" altLang="zh-CN"/>
              <a:t>Click frame and                            paste copied ICON or NUMBER</a:t>
            </a:r>
            <a:endParaRPr lang="zh-CN" altLang="en-US" dirty="0"/>
          </a:p>
        </p:txBody>
      </p:sp>
      <p:sp>
        <p:nvSpPr>
          <p:cNvPr id="3" name="Date Placeholder 2">
            <a:extLst>
              <a:ext uri="{FF2B5EF4-FFF2-40B4-BE49-F238E27FC236}">
                <a16:creationId xmlns:a16="http://schemas.microsoft.com/office/drawing/2014/main" id="{3A103D94-964E-D1A3-7591-4324D5CC738E}"/>
              </a:ext>
            </a:extLst>
          </p:cNvPr>
          <p:cNvSpPr>
            <a:spLocks noGrp="1"/>
          </p:cNvSpPr>
          <p:nvPr>
            <p:ph type="dt" sz="half" idx="18"/>
          </p:nvPr>
        </p:nvSpPr>
        <p:spPr/>
        <p:txBody>
          <a:bodyPr/>
          <a:lstStyle/>
          <a:p>
            <a:fld id="{0D942E24-2EE8-4087-865E-F43F0DFF1CAE}"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ABD5A3AA-D261-55B8-5B90-FA3A9497A7BE}"/>
              </a:ext>
            </a:extLst>
          </p:cNvPr>
          <p:cNvSpPr>
            <a:spLocks noGrp="1"/>
          </p:cNvSpPr>
          <p:nvPr>
            <p:ph type="ftr" sz="quarter" idx="19"/>
          </p:nvPr>
        </p:nvSpPr>
        <p:spPr>
          <a:xfrm>
            <a:off x="2048400" y="6271200"/>
            <a:ext cx="3883098" cy="180000"/>
          </a:xfrm>
        </p:spPr>
        <p:txBody>
          <a:bodyPr/>
          <a:lstStyle/>
          <a:p>
            <a:endParaRPr lang="zh-CN" altLang="en-US" dirty="0"/>
          </a:p>
        </p:txBody>
      </p:sp>
      <p:sp>
        <p:nvSpPr>
          <p:cNvPr id="11" name="Slide Number Placeholder 10">
            <a:extLst>
              <a:ext uri="{FF2B5EF4-FFF2-40B4-BE49-F238E27FC236}">
                <a16:creationId xmlns:a16="http://schemas.microsoft.com/office/drawing/2014/main" id="{498593C1-5DDB-15C0-F22A-0D07BD09E4D8}"/>
              </a:ext>
            </a:extLst>
          </p:cNvPr>
          <p:cNvSpPr>
            <a:spLocks noGrp="1"/>
          </p:cNvSpPr>
          <p:nvPr>
            <p:ph type="sldNum" sz="quarter" idx="20"/>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418373005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B">
    <p:bg>
      <p:bgPr>
        <a:solidFill>
          <a:srgbClr val="FFCDD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2000" y="1295400"/>
            <a:ext cx="5502275" cy="4697413"/>
          </a:xfrm>
        </p:spPr>
        <p:txBody>
          <a:bodyPr anchor="ctr" anchorCtr="0"/>
          <a:lstStyle>
            <a:lvl1pPr algn="l">
              <a:defRPr sz="4800" spc="-100" baseline="0">
                <a:solidFill>
                  <a:srgbClr val="141414"/>
                </a:solidFill>
              </a:defRPr>
            </a:lvl1pPr>
          </a:lstStyle>
          <a:p>
            <a:r>
              <a:rPr lang="en-US" altLang="zh-CN" noProof="0"/>
              <a:t>Click to add title</a:t>
            </a:r>
            <a:endParaRPr lang="zh-CN" altLang="en-US" dirty="0"/>
          </a:p>
        </p:txBody>
      </p:sp>
      <p:pic>
        <p:nvPicPr>
          <p:cNvPr id="4" name="Logo">
            <a:extLst>
              <a:ext uri="{FF2B5EF4-FFF2-40B4-BE49-F238E27FC236}">
                <a16:creationId xmlns:a16="http://schemas.microsoft.com/office/drawing/2014/main" id="{266C311E-92BF-5918-7732-348FEE55BA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32001" y="432000"/>
            <a:ext cx="773998" cy="299737"/>
          </a:xfrm>
          <a:prstGeom prst="rect">
            <a:avLst/>
          </a:prstGeom>
        </p:spPr>
      </p:pic>
      <p:sp>
        <p:nvSpPr>
          <p:cNvPr id="9" name="Content Placeholder 8">
            <a:extLst>
              <a:ext uri="{FF2B5EF4-FFF2-40B4-BE49-F238E27FC236}">
                <a16:creationId xmlns:a16="http://schemas.microsoft.com/office/drawing/2014/main" id="{B2D344DD-AE58-6BDF-25A5-7C822D0629F7}"/>
              </a:ext>
            </a:extLst>
          </p:cNvPr>
          <p:cNvSpPr>
            <a:spLocks noGrp="1"/>
          </p:cNvSpPr>
          <p:nvPr>
            <p:ph sz="quarter" idx="17" hasCustomPrompt="1"/>
          </p:nvPr>
        </p:nvSpPr>
        <p:spPr>
          <a:xfrm>
            <a:off x="8199438" y="2099706"/>
            <a:ext cx="3204000" cy="3088800"/>
          </a:xfrm>
        </p:spPr>
        <p:txBody>
          <a:bodyPr/>
          <a:lstStyle>
            <a:lvl1pPr marL="0" indent="0" algn="ctr">
              <a:buNone/>
              <a:defRPr>
                <a:solidFill>
                  <a:srgbClr val="141414"/>
                </a:solidFill>
              </a:defRPr>
            </a:lvl1pPr>
            <a:lvl2pPr>
              <a:defRPr>
                <a:solidFill>
                  <a:srgbClr val="141414"/>
                </a:solidFill>
              </a:defRPr>
            </a:lvl2pPr>
            <a:lvl3pPr>
              <a:defRPr>
                <a:solidFill>
                  <a:srgbClr val="141414"/>
                </a:solidFill>
              </a:defRPr>
            </a:lvl3pPr>
            <a:lvl4pPr>
              <a:defRPr>
                <a:solidFill>
                  <a:srgbClr val="141414"/>
                </a:solidFill>
              </a:defRPr>
            </a:lvl4pPr>
            <a:lvl5pPr>
              <a:defRPr>
                <a:solidFill>
                  <a:srgbClr val="141414"/>
                </a:solidFill>
              </a:defRPr>
            </a:lvl5pPr>
          </a:lstStyle>
          <a:p>
            <a:pPr lvl="0"/>
            <a:r>
              <a:rPr lang="en-US" altLang="zh-CN"/>
              <a:t>Click frame and                            paste copied ICON or NUMBER</a:t>
            </a:r>
            <a:endParaRPr lang="zh-CN" altLang="en-US" dirty="0"/>
          </a:p>
        </p:txBody>
      </p:sp>
      <p:sp>
        <p:nvSpPr>
          <p:cNvPr id="3" name="Date Placeholder 2">
            <a:extLst>
              <a:ext uri="{FF2B5EF4-FFF2-40B4-BE49-F238E27FC236}">
                <a16:creationId xmlns:a16="http://schemas.microsoft.com/office/drawing/2014/main" id="{31C858F0-1785-72FD-D321-713A598D749E}"/>
              </a:ext>
            </a:extLst>
          </p:cNvPr>
          <p:cNvSpPr>
            <a:spLocks noGrp="1"/>
          </p:cNvSpPr>
          <p:nvPr>
            <p:ph type="dt" sz="half" idx="18"/>
          </p:nvPr>
        </p:nvSpPr>
        <p:spPr/>
        <p:txBody>
          <a:bodyPr/>
          <a:lstStyle/>
          <a:p>
            <a:fld id="{5683408B-3B0C-437B-AA14-50924D1ECB0B}"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04A72296-451F-F708-169F-BE02BE9CE4F8}"/>
              </a:ext>
            </a:extLst>
          </p:cNvPr>
          <p:cNvSpPr>
            <a:spLocks noGrp="1"/>
          </p:cNvSpPr>
          <p:nvPr>
            <p:ph type="ftr" sz="quarter" idx="19"/>
          </p:nvPr>
        </p:nvSpPr>
        <p:spPr>
          <a:xfrm>
            <a:off x="2048400" y="6271200"/>
            <a:ext cx="3883098" cy="180000"/>
          </a:xfrm>
        </p:spPr>
        <p:txBody>
          <a:bodyPr/>
          <a:lstStyle/>
          <a:p>
            <a:endParaRPr lang="zh-CN" altLang="en-US" dirty="0"/>
          </a:p>
        </p:txBody>
      </p:sp>
      <p:sp>
        <p:nvSpPr>
          <p:cNvPr id="11" name="Slide Number Placeholder 10">
            <a:extLst>
              <a:ext uri="{FF2B5EF4-FFF2-40B4-BE49-F238E27FC236}">
                <a16:creationId xmlns:a16="http://schemas.microsoft.com/office/drawing/2014/main" id="{FFF09D84-863D-9742-C257-72CC58075F68}"/>
              </a:ext>
            </a:extLst>
          </p:cNvPr>
          <p:cNvSpPr>
            <a:spLocks noGrp="1"/>
          </p:cNvSpPr>
          <p:nvPr>
            <p:ph type="sldNum" sz="quarter" idx="20"/>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29366277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C">
    <p:bg>
      <p:bgPr>
        <a:solidFill>
          <a:srgbClr val="F3EEE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2000" y="1295400"/>
            <a:ext cx="5502275" cy="4697413"/>
          </a:xfrm>
        </p:spPr>
        <p:txBody>
          <a:bodyPr anchor="ctr" anchorCtr="0"/>
          <a:lstStyle>
            <a:lvl1pPr algn="l">
              <a:defRPr sz="4800" spc="-100" baseline="0">
                <a:solidFill>
                  <a:srgbClr val="141414"/>
                </a:solidFill>
              </a:defRPr>
            </a:lvl1pPr>
          </a:lstStyle>
          <a:p>
            <a:r>
              <a:rPr lang="en-US" altLang="zh-CN" noProof="0"/>
              <a:t>Click to add title</a:t>
            </a:r>
            <a:endParaRPr lang="zh-CN" altLang="en-US" dirty="0"/>
          </a:p>
        </p:txBody>
      </p:sp>
      <p:pic>
        <p:nvPicPr>
          <p:cNvPr id="4" name="Logo">
            <a:extLst>
              <a:ext uri="{FF2B5EF4-FFF2-40B4-BE49-F238E27FC236}">
                <a16:creationId xmlns:a16="http://schemas.microsoft.com/office/drawing/2014/main" id="{266C311E-92BF-5918-7732-348FEE55BA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32001" y="432000"/>
            <a:ext cx="773998" cy="299737"/>
          </a:xfrm>
          <a:prstGeom prst="rect">
            <a:avLst/>
          </a:prstGeom>
        </p:spPr>
      </p:pic>
      <p:sp>
        <p:nvSpPr>
          <p:cNvPr id="9" name="Content Placeholder 8">
            <a:extLst>
              <a:ext uri="{FF2B5EF4-FFF2-40B4-BE49-F238E27FC236}">
                <a16:creationId xmlns:a16="http://schemas.microsoft.com/office/drawing/2014/main" id="{B2D344DD-AE58-6BDF-25A5-7C822D0629F7}"/>
              </a:ext>
            </a:extLst>
          </p:cNvPr>
          <p:cNvSpPr>
            <a:spLocks noGrp="1"/>
          </p:cNvSpPr>
          <p:nvPr>
            <p:ph sz="quarter" idx="17" hasCustomPrompt="1"/>
          </p:nvPr>
        </p:nvSpPr>
        <p:spPr>
          <a:xfrm>
            <a:off x="8199438" y="2099706"/>
            <a:ext cx="3204000" cy="3088800"/>
          </a:xfrm>
        </p:spPr>
        <p:txBody>
          <a:bodyPr/>
          <a:lstStyle>
            <a:lvl1pPr marL="0" indent="0" algn="ctr">
              <a:buNone/>
              <a:defRPr>
                <a:solidFill>
                  <a:srgbClr val="141414"/>
                </a:solidFill>
              </a:defRPr>
            </a:lvl1pPr>
            <a:lvl2pPr>
              <a:defRPr>
                <a:solidFill>
                  <a:srgbClr val="141414"/>
                </a:solidFill>
              </a:defRPr>
            </a:lvl2pPr>
            <a:lvl3pPr>
              <a:defRPr>
                <a:solidFill>
                  <a:srgbClr val="141414"/>
                </a:solidFill>
              </a:defRPr>
            </a:lvl3pPr>
            <a:lvl4pPr>
              <a:defRPr>
                <a:solidFill>
                  <a:srgbClr val="141414"/>
                </a:solidFill>
              </a:defRPr>
            </a:lvl4pPr>
            <a:lvl5pPr>
              <a:defRPr>
                <a:solidFill>
                  <a:srgbClr val="141414"/>
                </a:solidFill>
              </a:defRPr>
            </a:lvl5pPr>
          </a:lstStyle>
          <a:p>
            <a:pPr lvl="0"/>
            <a:r>
              <a:rPr lang="en-US" altLang="zh-CN"/>
              <a:t>Click frame and                            paste copied ICON or NUMBER</a:t>
            </a:r>
            <a:endParaRPr lang="zh-CN" altLang="en-US" dirty="0"/>
          </a:p>
        </p:txBody>
      </p:sp>
      <p:sp>
        <p:nvSpPr>
          <p:cNvPr id="3" name="Date Placeholder 2">
            <a:extLst>
              <a:ext uri="{FF2B5EF4-FFF2-40B4-BE49-F238E27FC236}">
                <a16:creationId xmlns:a16="http://schemas.microsoft.com/office/drawing/2014/main" id="{B7EAFEDA-5D8F-4472-AE64-1F75A9CBEDCC}"/>
              </a:ext>
            </a:extLst>
          </p:cNvPr>
          <p:cNvSpPr>
            <a:spLocks noGrp="1"/>
          </p:cNvSpPr>
          <p:nvPr>
            <p:ph type="dt" sz="half" idx="18"/>
          </p:nvPr>
        </p:nvSpPr>
        <p:spPr/>
        <p:txBody>
          <a:bodyPr/>
          <a:lstStyle/>
          <a:p>
            <a:fld id="{87808FA2-00F9-453B-AE3A-EDCFD4B5D70F}"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3D1A8B97-07B4-4391-2950-576BB23CEC3E}"/>
              </a:ext>
            </a:extLst>
          </p:cNvPr>
          <p:cNvSpPr>
            <a:spLocks noGrp="1"/>
          </p:cNvSpPr>
          <p:nvPr>
            <p:ph type="ftr" sz="quarter" idx="19"/>
          </p:nvPr>
        </p:nvSpPr>
        <p:spPr>
          <a:xfrm>
            <a:off x="2048400" y="6271200"/>
            <a:ext cx="3883098" cy="180000"/>
          </a:xfrm>
        </p:spPr>
        <p:txBody>
          <a:bodyPr/>
          <a:lstStyle/>
          <a:p>
            <a:endParaRPr lang="zh-CN" altLang="en-US" dirty="0"/>
          </a:p>
        </p:txBody>
      </p:sp>
      <p:sp>
        <p:nvSpPr>
          <p:cNvPr id="11" name="Slide Number Placeholder 10">
            <a:extLst>
              <a:ext uri="{FF2B5EF4-FFF2-40B4-BE49-F238E27FC236}">
                <a16:creationId xmlns:a16="http://schemas.microsoft.com/office/drawing/2014/main" id="{8B5AFE99-0C7F-B5D4-26E6-721E0D4326D8}"/>
              </a:ext>
            </a:extLst>
          </p:cNvPr>
          <p:cNvSpPr>
            <a:spLocks noGrp="1"/>
          </p:cNvSpPr>
          <p:nvPr>
            <p:ph type="sldNum" sz="quarter" idx="20"/>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89131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D">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2000" y="1295400"/>
            <a:ext cx="3558975" cy="4265613"/>
          </a:xfrm>
        </p:spPr>
        <p:txBody>
          <a:bodyPr anchor="ctr" anchorCtr="0"/>
          <a:lstStyle>
            <a:lvl1pPr algn="l">
              <a:defRPr sz="4800" spc="-100" baseline="0">
                <a:solidFill>
                  <a:srgbClr val="141414"/>
                </a:solidFill>
              </a:defRPr>
            </a:lvl1pPr>
          </a:lstStyle>
          <a:p>
            <a:r>
              <a:rPr lang="en-US" altLang="zh-CN" noProof="0"/>
              <a:t>Click to add title</a:t>
            </a:r>
            <a:endParaRPr lang="zh-CN" altLang="en-US" dirty="0"/>
          </a:p>
        </p:txBody>
      </p:sp>
      <p:pic>
        <p:nvPicPr>
          <p:cNvPr id="4" name="Logo">
            <a:extLst>
              <a:ext uri="{FF2B5EF4-FFF2-40B4-BE49-F238E27FC236}">
                <a16:creationId xmlns:a16="http://schemas.microsoft.com/office/drawing/2014/main" id="{266C311E-92BF-5918-7732-348FEE55BA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32001" y="432000"/>
            <a:ext cx="773998" cy="299737"/>
          </a:xfrm>
          <a:prstGeom prst="rect">
            <a:avLst/>
          </a:prstGeom>
        </p:spPr>
      </p:pic>
      <p:sp>
        <p:nvSpPr>
          <p:cNvPr id="9" name="Content Placeholder 8">
            <a:extLst>
              <a:ext uri="{FF2B5EF4-FFF2-40B4-BE49-F238E27FC236}">
                <a16:creationId xmlns:a16="http://schemas.microsoft.com/office/drawing/2014/main" id="{B2D344DD-AE58-6BDF-25A5-7C822D0629F7}"/>
              </a:ext>
            </a:extLst>
          </p:cNvPr>
          <p:cNvSpPr>
            <a:spLocks noGrp="1"/>
          </p:cNvSpPr>
          <p:nvPr>
            <p:ph sz="quarter" idx="17" hasCustomPrompt="1"/>
          </p:nvPr>
        </p:nvSpPr>
        <p:spPr>
          <a:xfrm>
            <a:off x="5286375" y="1295399"/>
            <a:ext cx="6472037" cy="4265613"/>
          </a:xfrm>
        </p:spPr>
        <p:txBody>
          <a:bodyPr/>
          <a:lstStyle>
            <a:lvl1pPr marL="0" indent="0" algn="ctr">
              <a:buNone/>
              <a:defRPr>
                <a:solidFill>
                  <a:srgbClr val="141414"/>
                </a:solidFill>
              </a:defRPr>
            </a:lvl1pPr>
            <a:lvl2pPr>
              <a:defRPr>
                <a:solidFill>
                  <a:srgbClr val="141414"/>
                </a:solidFill>
              </a:defRPr>
            </a:lvl2pPr>
            <a:lvl3pPr>
              <a:defRPr>
                <a:solidFill>
                  <a:srgbClr val="141414"/>
                </a:solidFill>
              </a:defRPr>
            </a:lvl3pPr>
            <a:lvl4pPr>
              <a:defRPr>
                <a:solidFill>
                  <a:srgbClr val="141414"/>
                </a:solidFill>
              </a:defRPr>
            </a:lvl4pPr>
            <a:lvl5pPr>
              <a:defRPr>
                <a:solidFill>
                  <a:srgbClr val="141414"/>
                </a:solidFill>
              </a:defRPr>
            </a:lvl5pPr>
          </a:lstStyle>
          <a:p>
            <a:pPr lvl="0"/>
            <a:r>
              <a:rPr lang="en-US" altLang="zh-CN"/>
              <a:t>Click frame and paste copied KONE icon or KONE illustration                        (see slides in the end of the presentation)</a:t>
            </a:r>
            <a:endParaRPr lang="zh-CN" altLang="en-US" dirty="0"/>
          </a:p>
        </p:txBody>
      </p:sp>
      <p:sp>
        <p:nvSpPr>
          <p:cNvPr id="6" name="Date Placeholder 5">
            <a:extLst>
              <a:ext uri="{FF2B5EF4-FFF2-40B4-BE49-F238E27FC236}">
                <a16:creationId xmlns:a16="http://schemas.microsoft.com/office/drawing/2014/main" id="{84436633-BBBA-0984-F2D7-081A410FDA3C}"/>
              </a:ext>
            </a:extLst>
          </p:cNvPr>
          <p:cNvSpPr>
            <a:spLocks noGrp="1"/>
          </p:cNvSpPr>
          <p:nvPr>
            <p:ph type="dt" sz="half" idx="14"/>
          </p:nvPr>
        </p:nvSpPr>
        <p:spPr>
          <a:xfrm>
            <a:off x="1402555" y="6271200"/>
            <a:ext cx="1617663" cy="180000"/>
          </a:xfrm>
        </p:spPr>
        <p:txBody>
          <a:bodyPr/>
          <a:lstStyle>
            <a:lvl1pPr>
              <a:defRPr>
                <a:solidFill>
                  <a:srgbClr val="141414"/>
                </a:solidFill>
              </a:defRPr>
            </a:lvl1pPr>
          </a:lstStyle>
          <a:p>
            <a:fld id="{10778C30-EEF6-4B38-AE7D-D67AE922B105}" type="datetime2">
              <a:rPr lang="zh-CN" altLang="en-US" smtClean="0"/>
              <a:t>2024年3月20日</a:t>
            </a:fld>
            <a:endParaRPr lang="zh-CN" altLang="en-US" dirty="0"/>
          </a:p>
        </p:txBody>
      </p:sp>
      <p:sp>
        <p:nvSpPr>
          <p:cNvPr id="10" name="Slide Number Placeholder 5">
            <a:extLst>
              <a:ext uri="{FF2B5EF4-FFF2-40B4-BE49-F238E27FC236}">
                <a16:creationId xmlns:a16="http://schemas.microsoft.com/office/drawing/2014/main" id="{D51C10E4-D76F-BD9C-4317-9C6E675E7D6F}"/>
              </a:ext>
            </a:extLst>
          </p:cNvPr>
          <p:cNvSpPr>
            <a:spLocks noGrp="1"/>
          </p:cNvSpPr>
          <p:nvPr>
            <p:ph type="sldNum" sz="quarter" idx="16"/>
          </p:nvPr>
        </p:nvSpPr>
        <p:spPr>
          <a:xfrm>
            <a:off x="431800" y="6271200"/>
            <a:ext cx="648499" cy="180000"/>
          </a:xfrm>
        </p:spPr>
        <p:txBody>
          <a:bodyPr/>
          <a:lstStyle>
            <a:lvl1pPr>
              <a:defRPr>
                <a:solidFill>
                  <a:srgbClr val="141414"/>
                </a:solidFill>
              </a:defRPr>
            </a:lvl1pPr>
          </a:lstStyle>
          <a:p>
            <a:pPr algn="l"/>
            <a:fld id="{23AA811B-2EBD-4900-905E-5BE206449611}" type="slidenum">
              <a:rPr lang="en-US" altLang="zh-CN" smtClean="0"/>
              <a:pPr algn="l"/>
              <a:t>‹#›</a:t>
            </a:fld>
            <a:endParaRPr lang="zh-CN" altLang="en-US" dirty="0"/>
          </a:p>
        </p:txBody>
      </p:sp>
      <p:pic>
        <p:nvPicPr>
          <p:cNvPr id="3" name="Tagline">
            <a:extLst>
              <a:ext uri="{FF2B5EF4-FFF2-40B4-BE49-F238E27FC236}">
                <a16:creationId xmlns:a16="http://schemas.microsoft.com/office/drawing/2014/main" id="{FCA395D3-4399-25BD-36DA-4C05E7B8AE0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92226" y="6032713"/>
            <a:ext cx="1268011" cy="432000"/>
          </a:xfrm>
          <a:prstGeom prst="rect">
            <a:avLst/>
          </a:prstGeom>
        </p:spPr>
      </p:pic>
      <p:sp>
        <p:nvSpPr>
          <p:cNvPr id="5" name="Footer Placeholder 4">
            <a:extLst>
              <a:ext uri="{FF2B5EF4-FFF2-40B4-BE49-F238E27FC236}">
                <a16:creationId xmlns:a16="http://schemas.microsoft.com/office/drawing/2014/main" id="{8DA9B074-812E-82E9-3CE3-4971846D80DE}"/>
              </a:ext>
            </a:extLst>
          </p:cNvPr>
          <p:cNvSpPr>
            <a:spLocks noGrp="1"/>
          </p:cNvSpPr>
          <p:nvPr>
            <p:ph type="ftr" sz="quarter" idx="18"/>
          </p:nvPr>
        </p:nvSpPr>
        <p:spPr>
          <a:xfrm>
            <a:off x="3344863" y="6271200"/>
            <a:ext cx="3559248" cy="180000"/>
          </a:xfrm>
        </p:spPr>
        <p:txBody>
          <a:bodyPr/>
          <a:lstStyle/>
          <a:p>
            <a:endParaRPr lang="zh-CN" altLang="en-US" dirty="0"/>
          </a:p>
        </p:txBody>
      </p:sp>
    </p:spTree>
    <p:extLst>
      <p:ext uri="{BB962C8B-B14F-4D97-AF65-F5344CB8AC3E}">
        <p14:creationId xmlns:p14="http://schemas.microsoft.com/office/powerpoint/2010/main" val="23094136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just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white">
          <a:xfrm>
            <a:off x="432000" y="1295400"/>
            <a:ext cx="5502275" cy="4697413"/>
          </a:xfrm>
        </p:spPr>
        <p:txBody>
          <a:bodyPr anchor="ctr" anchorCtr="0"/>
          <a:lstStyle>
            <a:lvl1pPr algn="l">
              <a:defRPr sz="4800" spc="-100" baseline="0">
                <a:solidFill>
                  <a:schemeClr val="tx1"/>
                </a:solidFill>
              </a:defRPr>
            </a:lvl1pPr>
          </a:lstStyle>
          <a:p>
            <a:r>
              <a:rPr lang="en-US" altLang="zh-CN" noProof="0"/>
              <a:t>Click to add title</a:t>
            </a:r>
            <a:endParaRPr lang="zh-CN" altLang="en-US" dirty="0"/>
          </a:p>
        </p:txBody>
      </p:sp>
      <p:pic>
        <p:nvPicPr>
          <p:cNvPr id="3" name="Logo">
            <a:extLst>
              <a:ext uri="{FF2B5EF4-FFF2-40B4-BE49-F238E27FC236}">
                <a16:creationId xmlns:a16="http://schemas.microsoft.com/office/drawing/2014/main" id="{39535F61-80F7-FEAD-C0B1-B205E614A46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32001" y="432000"/>
            <a:ext cx="773998" cy="299738"/>
          </a:xfrm>
          <a:prstGeom prst="rect">
            <a:avLst/>
          </a:prstGeom>
        </p:spPr>
      </p:pic>
      <p:sp>
        <p:nvSpPr>
          <p:cNvPr id="4" name="Date Placeholder 3">
            <a:extLst>
              <a:ext uri="{FF2B5EF4-FFF2-40B4-BE49-F238E27FC236}">
                <a16:creationId xmlns:a16="http://schemas.microsoft.com/office/drawing/2014/main" id="{8ACD3F10-785E-74E3-41C9-A32A0FCBDA22}"/>
              </a:ext>
            </a:extLst>
          </p:cNvPr>
          <p:cNvSpPr>
            <a:spLocks noGrp="1"/>
          </p:cNvSpPr>
          <p:nvPr>
            <p:ph type="dt" sz="half" idx="10"/>
          </p:nvPr>
        </p:nvSpPr>
        <p:spPr/>
        <p:txBody>
          <a:bodyPr/>
          <a:lstStyle/>
          <a:p>
            <a:fld id="{ABF152C1-390C-401B-A0BA-438AD11FC6BE}"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D4A2F0BE-B639-C6FF-F3E9-5B3703A49134}"/>
              </a:ext>
            </a:extLst>
          </p:cNvPr>
          <p:cNvSpPr>
            <a:spLocks noGrp="1"/>
          </p:cNvSpPr>
          <p:nvPr>
            <p:ph type="ftr" sz="quarter" idx="11"/>
          </p:nvPr>
        </p:nvSpPr>
        <p:spPr>
          <a:xfrm>
            <a:off x="2048400" y="6271200"/>
            <a:ext cx="3883098" cy="180000"/>
          </a:xfrm>
        </p:spPr>
        <p:txBody>
          <a:bodyPr/>
          <a:lstStyle/>
          <a:p>
            <a:endParaRPr lang="zh-CN" altLang="en-US" dirty="0"/>
          </a:p>
        </p:txBody>
      </p:sp>
      <p:sp>
        <p:nvSpPr>
          <p:cNvPr id="9" name="Slide Number Placeholder 8">
            <a:extLst>
              <a:ext uri="{FF2B5EF4-FFF2-40B4-BE49-F238E27FC236}">
                <a16:creationId xmlns:a16="http://schemas.microsoft.com/office/drawing/2014/main" id="{D2857EBA-4629-14FF-9DD2-F34CC94676C1}"/>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859150991"/>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432000" y="864201"/>
            <a:ext cx="8737400" cy="986400"/>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2160200"/>
            <a:ext cx="8737400" cy="3832613"/>
          </a:xfrm>
        </p:spPr>
        <p:txBody>
          <a:bodyPr rIns="0"/>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5" name="Date Placeholder 4">
            <a:extLst>
              <a:ext uri="{FF2B5EF4-FFF2-40B4-BE49-F238E27FC236}">
                <a16:creationId xmlns:a16="http://schemas.microsoft.com/office/drawing/2014/main" id="{D43916BF-D868-9443-6637-6555C64D50DD}"/>
              </a:ext>
            </a:extLst>
          </p:cNvPr>
          <p:cNvSpPr>
            <a:spLocks noGrp="1"/>
          </p:cNvSpPr>
          <p:nvPr>
            <p:ph type="dt" sz="half" idx="14"/>
          </p:nvPr>
        </p:nvSpPr>
        <p:spPr/>
        <p:txBody>
          <a:bodyPr/>
          <a:lstStyle/>
          <a:p>
            <a:fld id="{C053C9CC-70BF-4D8F-8638-077867D93BB3}"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679E7602-6F45-6880-D19A-A8C67D31F8BB}"/>
              </a:ext>
            </a:extLst>
          </p:cNvPr>
          <p:cNvSpPr>
            <a:spLocks noGrp="1"/>
          </p:cNvSpPr>
          <p:nvPr>
            <p:ph type="ftr" sz="quarter" idx="15"/>
          </p:nvPr>
        </p:nvSpPr>
        <p:spPr>
          <a:xfrm>
            <a:off x="2048401" y="6271200"/>
            <a:ext cx="7119937"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B6D2AF04-943A-4652-F6BF-3E59FE065D84}"/>
              </a:ext>
            </a:extLst>
          </p:cNvPr>
          <p:cNvSpPr>
            <a:spLocks noGrp="1"/>
          </p:cNvSpPr>
          <p:nvPr>
            <p:ph type="sldNum" sz="quarter" idx="16"/>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129AC5F4-D652-D6EC-6B17-EF0CF243CD3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7310111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B">
    <p:bg>
      <p:bgPr>
        <a:solidFill>
          <a:srgbClr val="F3EEE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432000" y="863600"/>
            <a:ext cx="8737400" cy="986400"/>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2160000"/>
            <a:ext cx="8737400" cy="3832813"/>
          </a:xfrm>
        </p:spPr>
        <p:txBody>
          <a:bodyPr rIns="0"/>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7" name="Date Placeholder 6">
            <a:extLst>
              <a:ext uri="{FF2B5EF4-FFF2-40B4-BE49-F238E27FC236}">
                <a16:creationId xmlns:a16="http://schemas.microsoft.com/office/drawing/2014/main" id="{7C5E9BD4-4D39-2DFD-3452-2B27088E1D5A}"/>
              </a:ext>
            </a:extLst>
          </p:cNvPr>
          <p:cNvSpPr>
            <a:spLocks noGrp="1"/>
          </p:cNvSpPr>
          <p:nvPr>
            <p:ph type="dt" sz="half" idx="10"/>
          </p:nvPr>
        </p:nvSpPr>
        <p:spPr/>
        <p:txBody>
          <a:bodyPr/>
          <a:lstStyle/>
          <a:p>
            <a:fld id="{598CAA73-6BB9-406B-8B12-82751B7D6FA4}" type="datetime2">
              <a:rPr lang="zh-CN" altLang="en-US" smtClean="0"/>
              <a:t>2024年3月20日</a:t>
            </a:fld>
            <a:endParaRPr lang="zh-CN" altLang="en-US" dirty="0"/>
          </a:p>
        </p:txBody>
      </p:sp>
      <p:sp>
        <p:nvSpPr>
          <p:cNvPr id="8" name="Footer Placeholder 7">
            <a:extLst>
              <a:ext uri="{FF2B5EF4-FFF2-40B4-BE49-F238E27FC236}">
                <a16:creationId xmlns:a16="http://schemas.microsoft.com/office/drawing/2014/main" id="{0A1C40B8-E555-B912-7D74-AEFEAFE7D399}"/>
              </a:ext>
            </a:extLst>
          </p:cNvPr>
          <p:cNvSpPr>
            <a:spLocks noGrp="1"/>
          </p:cNvSpPr>
          <p:nvPr>
            <p:ph type="ftr" sz="quarter" idx="11"/>
          </p:nvPr>
        </p:nvSpPr>
        <p:spPr>
          <a:xfrm>
            <a:off x="2048401" y="6271200"/>
            <a:ext cx="7119937" cy="180000"/>
          </a:xfrm>
        </p:spPr>
        <p:txBody>
          <a:bodyPr/>
          <a:lstStyle/>
          <a:p>
            <a:endParaRPr lang="zh-CN" altLang="en-US" dirty="0"/>
          </a:p>
        </p:txBody>
      </p:sp>
      <p:sp>
        <p:nvSpPr>
          <p:cNvPr id="9" name="Slide Number Placeholder 8">
            <a:extLst>
              <a:ext uri="{FF2B5EF4-FFF2-40B4-BE49-F238E27FC236}">
                <a16:creationId xmlns:a16="http://schemas.microsoft.com/office/drawing/2014/main" id="{7D4719DB-0A1C-D31A-F3F3-8E4447B4E231}"/>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283364F2-0EA0-234E-7BC9-E8DF25E6AD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252901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432000" y="864201"/>
            <a:ext cx="8737400" cy="647681"/>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2160200"/>
            <a:ext cx="8737400" cy="3832613"/>
          </a:xfrm>
        </p:spPr>
        <p:txBody>
          <a:bodyPr rIns="0"/>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5" name="Date Placeholder 4">
            <a:extLst>
              <a:ext uri="{FF2B5EF4-FFF2-40B4-BE49-F238E27FC236}">
                <a16:creationId xmlns:a16="http://schemas.microsoft.com/office/drawing/2014/main" id="{D43916BF-D868-9443-6637-6555C64D50DD}"/>
              </a:ext>
            </a:extLst>
          </p:cNvPr>
          <p:cNvSpPr>
            <a:spLocks noGrp="1"/>
          </p:cNvSpPr>
          <p:nvPr>
            <p:ph type="dt" sz="half" idx="14"/>
          </p:nvPr>
        </p:nvSpPr>
        <p:spPr/>
        <p:txBody>
          <a:bodyPr/>
          <a:lstStyle/>
          <a:p>
            <a:fld id="{C3207314-5FFD-41D0-A5AD-EA1991DC020C}"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679E7602-6F45-6880-D19A-A8C67D31F8BB}"/>
              </a:ext>
            </a:extLst>
          </p:cNvPr>
          <p:cNvSpPr>
            <a:spLocks noGrp="1"/>
          </p:cNvSpPr>
          <p:nvPr>
            <p:ph type="ftr" sz="quarter" idx="15"/>
          </p:nvPr>
        </p:nvSpPr>
        <p:spPr>
          <a:xfrm>
            <a:off x="2048401" y="6271200"/>
            <a:ext cx="7119937"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B6D2AF04-943A-4652-F6BF-3E59FE065D84}"/>
              </a:ext>
            </a:extLst>
          </p:cNvPr>
          <p:cNvSpPr>
            <a:spLocks noGrp="1"/>
          </p:cNvSpPr>
          <p:nvPr>
            <p:ph type="sldNum" sz="quarter" idx="16"/>
          </p:nvPr>
        </p:nvSpPr>
        <p:spPr/>
        <p:txBody>
          <a:bodyPr/>
          <a:lstStyle/>
          <a:p>
            <a:fld id="{23AA811B-2EBD-4900-905E-5BE206449611}" type="slidenum">
              <a:rPr lang="en-US" altLang="zh-CN" smtClean="0"/>
              <a:pPr/>
              <a:t>‹#›</a:t>
            </a:fld>
            <a:endParaRPr lang="zh-CN" altLang="en-US" dirty="0"/>
          </a:p>
        </p:txBody>
      </p:sp>
      <p:sp>
        <p:nvSpPr>
          <p:cNvPr id="4" name="Subtitle 2">
            <a:extLst>
              <a:ext uri="{FF2B5EF4-FFF2-40B4-BE49-F238E27FC236}">
                <a16:creationId xmlns:a16="http://schemas.microsoft.com/office/drawing/2014/main" id="{849C0337-07D0-5912-424D-629D4C32E01E}"/>
              </a:ext>
            </a:extLst>
          </p:cNvPr>
          <p:cNvSpPr>
            <a:spLocks noGrp="1"/>
          </p:cNvSpPr>
          <p:nvPr>
            <p:ph type="subTitle" idx="17" hasCustomPrompt="1"/>
          </p:nvPr>
        </p:nvSpPr>
        <p:spPr>
          <a:xfrm>
            <a:off x="432001" y="1511882"/>
            <a:ext cx="8736338" cy="338542"/>
          </a:xfrm>
        </p:spPr>
        <p:txBody>
          <a:bodyPr/>
          <a:lstStyle>
            <a:lvl1pPr marL="0" indent="0" algn="l">
              <a:lnSpc>
                <a:spcPct val="100000"/>
              </a:lnSpc>
              <a:spcBef>
                <a:spcPts val="0"/>
              </a:spcBef>
              <a:spcAft>
                <a:spcPts val="0"/>
              </a:spcAft>
              <a:buFontTx/>
              <a:buNone/>
              <a:defRPr sz="1800">
                <a:solidFill>
                  <a:schemeClr val="tx1"/>
                </a:solidFill>
                <a:latin typeface="+mn-lt"/>
              </a:defRPr>
            </a:lvl1pPr>
            <a:lvl2pPr marL="0" indent="0" algn="l">
              <a:lnSpc>
                <a:spcPct val="100000"/>
              </a:lnSpc>
              <a:spcBef>
                <a:spcPts val="0"/>
              </a:spcBef>
              <a:spcAft>
                <a:spcPts val="0"/>
              </a:spcAft>
              <a:buFontTx/>
              <a:buNone/>
              <a:defRPr sz="1800">
                <a:solidFill>
                  <a:schemeClr val="tx1"/>
                </a:solidFill>
                <a:latin typeface="+mn-lt"/>
              </a:defRPr>
            </a:lvl2pPr>
            <a:lvl3pPr marL="0" indent="0" algn="l">
              <a:lnSpc>
                <a:spcPct val="100000"/>
              </a:lnSpc>
              <a:spcBef>
                <a:spcPts val="0"/>
              </a:spcBef>
              <a:spcAft>
                <a:spcPts val="0"/>
              </a:spcAft>
              <a:buFontTx/>
              <a:buNone/>
              <a:defRPr sz="1800">
                <a:solidFill>
                  <a:schemeClr val="tx1"/>
                </a:solidFill>
                <a:latin typeface="+mn-lt"/>
              </a:defRPr>
            </a:lvl3pPr>
            <a:lvl4pPr marL="0" indent="0" algn="l">
              <a:lnSpc>
                <a:spcPct val="100000"/>
              </a:lnSpc>
              <a:spcBef>
                <a:spcPts val="0"/>
              </a:spcBef>
              <a:spcAft>
                <a:spcPts val="0"/>
              </a:spcAft>
              <a:buFontTx/>
              <a:buNone/>
              <a:defRPr sz="1800">
                <a:solidFill>
                  <a:schemeClr val="tx1"/>
                </a:solidFill>
                <a:latin typeface="+mn-lt"/>
              </a:defRPr>
            </a:lvl4pPr>
            <a:lvl5pPr marL="0" indent="0" algn="l">
              <a:lnSpc>
                <a:spcPct val="100000"/>
              </a:lnSpc>
              <a:spcBef>
                <a:spcPts val="0"/>
              </a:spcBef>
              <a:spcAft>
                <a:spcPts val="0"/>
              </a:spcAft>
              <a:buFontTx/>
              <a:buNone/>
              <a:defRPr sz="1800">
                <a:solidFill>
                  <a:schemeClr val="tx1"/>
                </a:solidFill>
                <a:latin typeface="+mn-lt"/>
              </a:defRPr>
            </a:lvl5pPr>
            <a:lvl6pPr marL="0" indent="0" algn="l">
              <a:lnSpc>
                <a:spcPct val="100000"/>
              </a:lnSpc>
              <a:spcBef>
                <a:spcPts val="0"/>
              </a:spcBef>
              <a:spcAft>
                <a:spcPts val="0"/>
              </a:spcAft>
              <a:buFontTx/>
              <a:buNone/>
              <a:defRPr sz="1800">
                <a:solidFill>
                  <a:schemeClr val="tx1"/>
                </a:solidFill>
                <a:latin typeface="+mn-lt"/>
              </a:defRPr>
            </a:lvl6pPr>
            <a:lvl7pPr marL="0" indent="0" algn="l">
              <a:lnSpc>
                <a:spcPct val="100000"/>
              </a:lnSpc>
              <a:spcBef>
                <a:spcPts val="0"/>
              </a:spcBef>
              <a:spcAft>
                <a:spcPts val="0"/>
              </a:spcAft>
              <a:buFontTx/>
              <a:buNone/>
              <a:defRPr sz="1800">
                <a:solidFill>
                  <a:schemeClr val="tx1"/>
                </a:solidFill>
                <a:latin typeface="+mn-lt"/>
              </a:defRPr>
            </a:lvl7pPr>
            <a:lvl8pPr marL="0" indent="0" algn="l">
              <a:lnSpc>
                <a:spcPct val="100000"/>
              </a:lnSpc>
              <a:spcBef>
                <a:spcPts val="0"/>
              </a:spcBef>
              <a:spcAft>
                <a:spcPts val="0"/>
              </a:spcAft>
              <a:buFontTx/>
              <a:buNone/>
              <a:defRPr sz="1800">
                <a:solidFill>
                  <a:schemeClr val="tx1"/>
                </a:solidFill>
                <a:latin typeface="+mn-lt"/>
              </a:defRPr>
            </a:lvl8pPr>
            <a:lvl9pPr marL="0" indent="0" algn="l">
              <a:lnSpc>
                <a:spcPct val="100000"/>
              </a:lnSpc>
              <a:spcBef>
                <a:spcPts val="0"/>
              </a:spcBef>
              <a:spcAft>
                <a:spcPts val="0"/>
              </a:spcAft>
              <a:buFontTx/>
              <a:buNone/>
              <a:defRPr sz="1800">
                <a:solidFill>
                  <a:schemeClr val="tx1"/>
                </a:solidFill>
                <a:latin typeface="+mn-lt"/>
              </a:defRPr>
            </a:lvl9pPr>
          </a:lstStyle>
          <a:p>
            <a:r>
              <a:rPr lang="en-US" altLang="zh-CN"/>
              <a:t>Click to add subtitle</a:t>
            </a:r>
            <a:endParaRPr lang="zh-CN" altLang="en-US" dirty="0"/>
          </a:p>
        </p:txBody>
      </p:sp>
      <p:pic>
        <p:nvPicPr>
          <p:cNvPr id="7" name="Logo">
            <a:extLst>
              <a:ext uri="{FF2B5EF4-FFF2-40B4-BE49-F238E27FC236}">
                <a16:creationId xmlns:a16="http://schemas.microsoft.com/office/drawing/2014/main" id="{7604D4D7-44C9-D0B0-8881-4766DF7C873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4619658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432000" y="864202"/>
            <a:ext cx="8737400" cy="584612"/>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2160000"/>
            <a:ext cx="8737400" cy="3834000"/>
          </a:xfrm>
        </p:spPr>
        <p:txBody>
          <a:bodyPr rIns="0"/>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5" name="Date Placeholder 4">
            <a:extLst>
              <a:ext uri="{FF2B5EF4-FFF2-40B4-BE49-F238E27FC236}">
                <a16:creationId xmlns:a16="http://schemas.microsoft.com/office/drawing/2014/main" id="{D43916BF-D868-9443-6637-6555C64D50DD}"/>
              </a:ext>
            </a:extLst>
          </p:cNvPr>
          <p:cNvSpPr>
            <a:spLocks noGrp="1"/>
          </p:cNvSpPr>
          <p:nvPr>
            <p:ph type="dt" sz="half" idx="14"/>
          </p:nvPr>
        </p:nvSpPr>
        <p:spPr/>
        <p:txBody>
          <a:bodyPr/>
          <a:lstStyle/>
          <a:p>
            <a:fld id="{9AFCB850-8C79-4030-AB1B-543E76C3BC42}"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679E7602-6F45-6880-D19A-A8C67D31F8BB}"/>
              </a:ext>
            </a:extLst>
          </p:cNvPr>
          <p:cNvSpPr>
            <a:spLocks noGrp="1"/>
          </p:cNvSpPr>
          <p:nvPr>
            <p:ph type="ftr" sz="quarter" idx="15"/>
          </p:nvPr>
        </p:nvSpPr>
        <p:spPr>
          <a:xfrm>
            <a:off x="2048401" y="6271200"/>
            <a:ext cx="7119937"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B6D2AF04-943A-4652-F6BF-3E59FE065D84}"/>
              </a:ext>
            </a:extLst>
          </p:cNvPr>
          <p:cNvSpPr>
            <a:spLocks noGrp="1"/>
          </p:cNvSpPr>
          <p:nvPr>
            <p:ph type="sldNum" sz="quarter" idx="16"/>
          </p:nvPr>
        </p:nvSpPr>
        <p:spPr/>
        <p:txBody>
          <a:bodyPr/>
          <a:lstStyle/>
          <a:p>
            <a:fld id="{23AA811B-2EBD-4900-905E-5BE206449611}" type="slidenum">
              <a:rPr lang="en-US" altLang="zh-CN" smtClean="0"/>
              <a:pPr/>
              <a:t>‹#›</a:t>
            </a:fld>
            <a:endParaRPr lang="zh-CN" altLang="en-US" dirty="0"/>
          </a:p>
        </p:txBody>
      </p:sp>
      <p:sp>
        <p:nvSpPr>
          <p:cNvPr id="4" name="Subtitle 2">
            <a:extLst>
              <a:ext uri="{FF2B5EF4-FFF2-40B4-BE49-F238E27FC236}">
                <a16:creationId xmlns:a16="http://schemas.microsoft.com/office/drawing/2014/main" id="{849C0337-07D0-5912-424D-629D4C32E01E}"/>
              </a:ext>
            </a:extLst>
          </p:cNvPr>
          <p:cNvSpPr>
            <a:spLocks noGrp="1"/>
          </p:cNvSpPr>
          <p:nvPr>
            <p:ph type="subTitle" idx="17" hasCustomPrompt="1"/>
          </p:nvPr>
        </p:nvSpPr>
        <p:spPr>
          <a:xfrm>
            <a:off x="432001" y="368846"/>
            <a:ext cx="8736338" cy="338542"/>
          </a:xfrm>
        </p:spPr>
        <p:txBody>
          <a:bodyPr/>
          <a:lstStyle>
            <a:lvl1pPr marL="0" indent="0" algn="l">
              <a:lnSpc>
                <a:spcPct val="110000"/>
              </a:lnSpc>
              <a:spcBef>
                <a:spcPts val="0"/>
              </a:spcBef>
              <a:spcAft>
                <a:spcPts val="0"/>
              </a:spcAft>
              <a:buFontTx/>
              <a:buNone/>
              <a:defRPr sz="1400" cap="all" baseline="0">
                <a:solidFill>
                  <a:srgbClr val="1450F5"/>
                </a:solidFill>
                <a:latin typeface="KONE Information" panose="020B0603040000020003" pitchFamily="34" charset="-79"/>
                <a:cs typeface="KONE Information" panose="020B0603040000020003" pitchFamily="34" charset="-79"/>
              </a:defRPr>
            </a:lvl1pPr>
            <a:lvl2pPr marL="0" indent="0" algn="l">
              <a:lnSpc>
                <a:spcPct val="100000"/>
              </a:lnSpc>
              <a:spcBef>
                <a:spcPts val="0"/>
              </a:spcBef>
              <a:spcAft>
                <a:spcPts val="0"/>
              </a:spcAft>
              <a:buFontTx/>
              <a:buNone/>
              <a:defRPr sz="1800">
                <a:solidFill>
                  <a:schemeClr val="tx1"/>
                </a:solidFill>
                <a:latin typeface="+mn-lt"/>
              </a:defRPr>
            </a:lvl2pPr>
            <a:lvl3pPr marL="0" indent="0" algn="l">
              <a:lnSpc>
                <a:spcPct val="100000"/>
              </a:lnSpc>
              <a:spcBef>
                <a:spcPts val="0"/>
              </a:spcBef>
              <a:spcAft>
                <a:spcPts val="0"/>
              </a:spcAft>
              <a:buFontTx/>
              <a:buNone/>
              <a:defRPr sz="1800">
                <a:solidFill>
                  <a:schemeClr val="tx1"/>
                </a:solidFill>
                <a:latin typeface="+mn-lt"/>
              </a:defRPr>
            </a:lvl3pPr>
            <a:lvl4pPr marL="0" indent="0" algn="l">
              <a:lnSpc>
                <a:spcPct val="100000"/>
              </a:lnSpc>
              <a:spcBef>
                <a:spcPts val="0"/>
              </a:spcBef>
              <a:spcAft>
                <a:spcPts val="0"/>
              </a:spcAft>
              <a:buFontTx/>
              <a:buNone/>
              <a:defRPr sz="1800">
                <a:solidFill>
                  <a:schemeClr val="tx1"/>
                </a:solidFill>
                <a:latin typeface="+mn-lt"/>
              </a:defRPr>
            </a:lvl4pPr>
            <a:lvl5pPr marL="0" indent="0" algn="l">
              <a:lnSpc>
                <a:spcPct val="100000"/>
              </a:lnSpc>
              <a:spcBef>
                <a:spcPts val="0"/>
              </a:spcBef>
              <a:spcAft>
                <a:spcPts val="0"/>
              </a:spcAft>
              <a:buFontTx/>
              <a:buNone/>
              <a:defRPr sz="1800">
                <a:solidFill>
                  <a:schemeClr val="tx1"/>
                </a:solidFill>
                <a:latin typeface="+mn-lt"/>
              </a:defRPr>
            </a:lvl5pPr>
            <a:lvl6pPr marL="0" indent="0" algn="l">
              <a:lnSpc>
                <a:spcPct val="100000"/>
              </a:lnSpc>
              <a:spcBef>
                <a:spcPts val="0"/>
              </a:spcBef>
              <a:spcAft>
                <a:spcPts val="0"/>
              </a:spcAft>
              <a:buFontTx/>
              <a:buNone/>
              <a:defRPr sz="1800">
                <a:solidFill>
                  <a:schemeClr val="tx1"/>
                </a:solidFill>
                <a:latin typeface="+mn-lt"/>
              </a:defRPr>
            </a:lvl6pPr>
            <a:lvl7pPr marL="0" indent="0" algn="l">
              <a:lnSpc>
                <a:spcPct val="100000"/>
              </a:lnSpc>
              <a:spcBef>
                <a:spcPts val="0"/>
              </a:spcBef>
              <a:spcAft>
                <a:spcPts val="0"/>
              </a:spcAft>
              <a:buFontTx/>
              <a:buNone/>
              <a:defRPr sz="1800">
                <a:solidFill>
                  <a:schemeClr val="tx1"/>
                </a:solidFill>
                <a:latin typeface="+mn-lt"/>
              </a:defRPr>
            </a:lvl7pPr>
            <a:lvl8pPr marL="0" indent="0" algn="l">
              <a:lnSpc>
                <a:spcPct val="100000"/>
              </a:lnSpc>
              <a:spcBef>
                <a:spcPts val="0"/>
              </a:spcBef>
              <a:spcAft>
                <a:spcPts val="0"/>
              </a:spcAft>
              <a:buFontTx/>
              <a:buNone/>
              <a:defRPr sz="1800">
                <a:solidFill>
                  <a:schemeClr val="tx1"/>
                </a:solidFill>
                <a:latin typeface="+mn-lt"/>
              </a:defRPr>
            </a:lvl8pPr>
            <a:lvl9pPr marL="0" indent="0" algn="l">
              <a:lnSpc>
                <a:spcPct val="100000"/>
              </a:lnSpc>
              <a:spcBef>
                <a:spcPts val="0"/>
              </a:spcBef>
              <a:spcAft>
                <a:spcPts val="0"/>
              </a:spcAft>
              <a:buFontTx/>
              <a:buNone/>
              <a:defRPr sz="1800">
                <a:solidFill>
                  <a:schemeClr val="tx1"/>
                </a:solidFill>
                <a:latin typeface="+mn-lt"/>
              </a:defRPr>
            </a:lvl9pPr>
          </a:lstStyle>
          <a:p>
            <a:r>
              <a:rPr lang="en-US" altLang="zh-CN"/>
              <a:t>Click to add subtitle</a:t>
            </a:r>
            <a:endParaRPr lang="zh-CN" altLang="en-US" dirty="0"/>
          </a:p>
        </p:txBody>
      </p:sp>
      <p:pic>
        <p:nvPicPr>
          <p:cNvPr id="7" name="Logo">
            <a:extLst>
              <a:ext uri="{FF2B5EF4-FFF2-40B4-BE49-F238E27FC236}">
                <a16:creationId xmlns:a16="http://schemas.microsoft.com/office/drawing/2014/main" id="{6745A831-2F0F-142B-7A77-7C02C4F751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4056715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a:xfrm>
            <a:off x="432000" y="864201"/>
            <a:ext cx="11325600" cy="986400"/>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1800" y="2160000"/>
            <a:ext cx="5500688" cy="3832614"/>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6259514" y="2160000"/>
            <a:ext cx="5501485" cy="3832614"/>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8" name="Date Placeholder 7">
            <a:extLst>
              <a:ext uri="{FF2B5EF4-FFF2-40B4-BE49-F238E27FC236}">
                <a16:creationId xmlns:a16="http://schemas.microsoft.com/office/drawing/2014/main" id="{4931AF2F-9DAA-B62C-4FD4-F4C9743CDEAA}"/>
              </a:ext>
            </a:extLst>
          </p:cNvPr>
          <p:cNvSpPr>
            <a:spLocks noGrp="1"/>
          </p:cNvSpPr>
          <p:nvPr>
            <p:ph type="dt" sz="half" idx="10"/>
          </p:nvPr>
        </p:nvSpPr>
        <p:spPr/>
        <p:txBody>
          <a:bodyPr/>
          <a:lstStyle/>
          <a:p>
            <a:fld id="{58F10841-5A36-40F0-ADDB-DD39BC5AEF11}"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52745B97-C128-A763-F7C6-47AC50A6E900}"/>
              </a:ext>
            </a:extLst>
          </p:cNvPr>
          <p:cNvSpPr>
            <a:spLocks noGrp="1"/>
          </p:cNvSpPr>
          <p:nvPr>
            <p:ph type="ftr" sz="quarter" idx="11"/>
          </p:nvPr>
        </p:nvSpPr>
        <p:spPr>
          <a:xfrm>
            <a:off x="2048400" y="6271200"/>
            <a:ext cx="8092650" cy="180000"/>
          </a:xfrm>
        </p:spPr>
        <p:txBody>
          <a:bodyPr/>
          <a:lstStyle/>
          <a:p>
            <a:endParaRPr lang="zh-CN" altLang="en-US" dirty="0"/>
          </a:p>
        </p:txBody>
      </p:sp>
      <p:sp>
        <p:nvSpPr>
          <p:cNvPr id="10" name="Slide Number Placeholder 9">
            <a:extLst>
              <a:ext uri="{FF2B5EF4-FFF2-40B4-BE49-F238E27FC236}">
                <a16:creationId xmlns:a16="http://schemas.microsoft.com/office/drawing/2014/main" id="{5EE97C30-0CD9-55CE-45C7-0000B8B5727C}"/>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0A89E774-2464-2A29-0AC6-D867370F045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3709268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B">
    <p:bg>
      <p:bgPr>
        <a:solidFill>
          <a:srgbClr val="F3EEE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a:xfrm>
            <a:off x="432000" y="863600"/>
            <a:ext cx="11325600" cy="986400"/>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2001" y="2160000"/>
            <a:ext cx="5500488" cy="3833214"/>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6257112" y="2160000"/>
            <a:ext cx="5500488" cy="3833214"/>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8" name="Date Placeholder 7">
            <a:extLst>
              <a:ext uri="{FF2B5EF4-FFF2-40B4-BE49-F238E27FC236}">
                <a16:creationId xmlns:a16="http://schemas.microsoft.com/office/drawing/2014/main" id="{4931AF2F-9DAA-B62C-4FD4-F4C9743CDEAA}"/>
              </a:ext>
            </a:extLst>
          </p:cNvPr>
          <p:cNvSpPr>
            <a:spLocks noGrp="1"/>
          </p:cNvSpPr>
          <p:nvPr>
            <p:ph type="dt" sz="half" idx="10"/>
          </p:nvPr>
        </p:nvSpPr>
        <p:spPr/>
        <p:txBody>
          <a:bodyPr/>
          <a:lstStyle/>
          <a:p>
            <a:fld id="{2BFC0107-9277-4C74-B9EF-F1C89D0979F9}"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52745B97-C128-A763-F7C6-47AC50A6E900}"/>
              </a:ext>
            </a:extLst>
          </p:cNvPr>
          <p:cNvSpPr>
            <a:spLocks noGrp="1"/>
          </p:cNvSpPr>
          <p:nvPr>
            <p:ph type="ftr" sz="quarter" idx="11"/>
          </p:nvPr>
        </p:nvSpPr>
        <p:spPr>
          <a:xfrm>
            <a:off x="2048400" y="6271200"/>
            <a:ext cx="8091487" cy="180000"/>
          </a:xfrm>
        </p:spPr>
        <p:txBody>
          <a:bodyPr/>
          <a:lstStyle/>
          <a:p>
            <a:endParaRPr lang="zh-CN" altLang="en-US" dirty="0"/>
          </a:p>
        </p:txBody>
      </p:sp>
      <p:sp>
        <p:nvSpPr>
          <p:cNvPr id="10" name="Slide Number Placeholder 9">
            <a:extLst>
              <a:ext uri="{FF2B5EF4-FFF2-40B4-BE49-F238E27FC236}">
                <a16:creationId xmlns:a16="http://schemas.microsoft.com/office/drawing/2014/main" id="{5EE97C30-0CD9-55CE-45C7-0000B8B5727C}"/>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0023AB5E-21C9-E39C-13CD-BE095656A4F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85369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a:xfrm>
            <a:off x="432000" y="864200"/>
            <a:ext cx="3560400" cy="986400"/>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2160200"/>
            <a:ext cx="3560400" cy="3832614"/>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4314825" y="2160199"/>
            <a:ext cx="7442775" cy="3832614"/>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8" name="Date Placeholder 7">
            <a:extLst>
              <a:ext uri="{FF2B5EF4-FFF2-40B4-BE49-F238E27FC236}">
                <a16:creationId xmlns:a16="http://schemas.microsoft.com/office/drawing/2014/main" id="{4931AF2F-9DAA-B62C-4FD4-F4C9743CDEAA}"/>
              </a:ext>
            </a:extLst>
          </p:cNvPr>
          <p:cNvSpPr>
            <a:spLocks noGrp="1"/>
          </p:cNvSpPr>
          <p:nvPr>
            <p:ph type="dt" sz="half" idx="10"/>
          </p:nvPr>
        </p:nvSpPr>
        <p:spPr/>
        <p:txBody>
          <a:bodyPr/>
          <a:lstStyle/>
          <a:p>
            <a:fld id="{5C630456-1AEF-4E48-82E4-4265E20D03E1}"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52745B97-C128-A763-F7C6-47AC50A6E900}"/>
              </a:ext>
            </a:extLst>
          </p:cNvPr>
          <p:cNvSpPr>
            <a:spLocks noGrp="1"/>
          </p:cNvSpPr>
          <p:nvPr>
            <p:ph type="ftr" sz="quarter" idx="11"/>
          </p:nvPr>
        </p:nvSpPr>
        <p:spPr>
          <a:xfrm>
            <a:off x="2048400" y="6271200"/>
            <a:ext cx="8092650" cy="180000"/>
          </a:xfrm>
        </p:spPr>
        <p:txBody>
          <a:bodyPr/>
          <a:lstStyle/>
          <a:p>
            <a:endParaRPr lang="zh-CN" altLang="en-US" dirty="0"/>
          </a:p>
        </p:txBody>
      </p:sp>
      <p:sp>
        <p:nvSpPr>
          <p:cNvPr id="10" name="Slide Number Placeholder 9">
            <a:extLst>
              <a:ext uri="{FF2B5EF4-FFF2-40B4-BE49-F238E27FC236}">
                <a16:creationId xmlns:a16="http://schemas.microsoft.com/office/drawing/2014/main" id="{5EE97C30-0CD9-55CE-45C7-0000B8B5727C}"/>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B4C0103B-0E28-FA6A-2D1E-C523A53A426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4458876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D">
    <p:bg>
      <p:bgPr>
        <a:solidFill>
          <a:srgbClr val="F3EEE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a:xfrm>
            <a:off x="432000" y="864000"/>
            <a:ext cx="3560400" cy="986400"/>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2159999"/>
            <a:ext cx="3560400" cy="3832813"/>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4314825" y="2159999"/>
            <a:ext cx="7442775" cy="3832813"/>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8" name="Date Placeholder 7">
            <a:extLst>
              <a:ext uri="{FF2B5EF4-FFF2-40B4-BE49-F238E27FC236}">
                <a16:creationId xmlns:a16="http://schemas.microsoft.com/office/drawing/2014/main" id="{4931AF2F-9DAA-B62C-4FD4-F4C9743CDEAA}"/>
              </a:ext>
            </a:extLst>
          </p:cNvPr>
          <p:cNvSpPr>
            <a:spLocks noGrp="1"/>
          </p:cNvSpPr>
          <p:nvPr>
            <p:ph type="dt" sz="half" idx="10"/>
          </p:nvPr>
        </p:nvSpPr>
        <p:spPr/>
        <p:txBody>
          <a:bodyPr/>
          <a:lstStyle/>
          <a:p>
            <a:fld id="{B59E1929-9241-41E0-A58C-2849B8FE17AB}"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52745B97-C128-A763-F7C6-47AC50A6E900}"/>
              </a:ext>
            </a:extLst>
          </p:cNvPr>
          <p:cNvSpPr>
            <a:spLocks noGrp="1"/>
          </p:cNvSpPr>
          <p:nvPr>
            <p:ph type="ftr" sz="quarter" idx="11"/>
          </p:nvPr>
        </p:nvSpPr>
        <p:spPr>
          <a:xfrm>
            <a:off x="2048400" y="6271200"/>
            <a:ext cx="8092650" cy="180000"/>
          </a:xfrm>
        </p:spPr>
        <p:txBody>
          <a:bodyPr/>
          <a:lstStyle/>
          <a:p>
            <a:endParaRPr lang="zh-CN" altLang="en-US" dirty="0"/>
          </a:p>
        </p:txBody>
      </p:sp>
      <p:sp>
        <p:nvSpPr>
          <p:cNvPr id="10" name="Slide Number Placeholder 9">
            <a:extLst>
              <a:ext uri="{FF2B5EF4-FFF2-40B4-BE49-F238E27FC236}">
                <a16:creationId xmlns:a16="http://schemas.microsoft.com/office/drawing/2014/main" id="{5EE97C30-0CD9-55CE-45C7-0000B8B5727C}"/>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F4F7B231-0338-08B1-A6A5-9318190E0F9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8980132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1999" y="2160000"/>
            <a:ext cx="3560400" cy="3834400"/>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314825" y="2160000"/>
            <a:ext cx="3560400" cy="3834400"/>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8199438" y="2160000"/>
            <a:ext cx="3560400" cy="3834400"/>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6" name="Date Placeholder 5">
            <a:extLst>
              <a:ext uri="{FF2B5EF4-FFF2-40B4-BE49-F238E27FC236}">
                <a16:creationId xmlns:a16="http://schemas.microsoft.com/office/drawing/2014/main" id="{5466B440-3458-F23C-D1CB-333665BCF095}"/>
              </a:ext>
            </a:extLst>
          </p:cNvPr>
          <p:cNvSpPr>
            <a:spLocks noGrp="1"/>
          </p:cNvSpPr>
          <p:nvPr>
            <p:ph type="dt" sz="half" idx="19"/>
          </p:nvPr>
        </p:nvSpPr>
        <p:spPr/>
        <p:txBody>
          <a:bodyPr/>
          <a:lstStyle/>
          <a:p>
            <a:fld id="{6DC83437-E207-4579-A2A2-747A3409FBDF}"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E50EF31A-FE72-B054-1668-E44BDD11246E}"/>
              </a:ext>
            </a:extLst>
          </p:cNvPr>
          <p:cNvSpPr>
            <a:spLocks noGrp="1"/>
          </p:cNvSpPr>
          <p:nvPr>
            <p:ph type="ftr" sz="quarter" idx="20"/>
          </p:nvPr>
        </p:nvSpPr>
        <p:spPr>
          <a:xfrm>
            <a:off x="2048400" y="6271200"/>
            <a:ext cx="8092650" cy="180000"/>
          </a:xfrm>
        </p:spPr>
        <p:txBody>
          <a:bodyPr/>
          <a:lstStyle/>
          <a:p>
            <a:endParaRPr lang="zh-CN" altLang="en-US" dirty="0"/>
          </a:p>
        </p:txBody>
      </p:sp>
      <p:sp>
        <p:nvSpPr>
          <p:cNvPr id="13" name="Slide Number Placeholder 12">
            <a:extLst>
              <a:ext uri="{FF2B5EF4-FFF2-40B4-BE49-F238E27FC236}">
                <a16:creationId xmlns:a16="http://schemas.microsoft.com/office/drawing/2014/main" id="{FC65E58D-3360-3495-B998-8A6CB389A971}"/>
              </a:ext>
            </a:extLst>
          </p:cNvPr>
          <p:cNvSpPr>
            <a:spLocks noGrp="1"/>
          </p:cNvSpPr>
          <p:nvPr>
            <p:ph type="sldNum" sz="quarter" idx="21"/>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6ADA4EA1-54A4-5AF6-6248-DB2EF682732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1082128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B">
    <p:bg>
      <p:bgPr>
        <a:solidFill>
          <a:srgbClr val="F3EEE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1999" y="2160000"/>
            <a:ext cx="3560400" cy="3834400"/>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314825" y="2160000"/>
            <a:ext cx="3560400" cy="3834400"/>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8199438" y="2160000"/>
            <a:ext cx="3560400" cy="3834400"/>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6" name="Date Placeholder 5">
            <a:extLst>
              <a:ext uri="{FF2B5EF4-FFF2-40B4-BE49-F238E27FC236}">
                <a16:creationId xmlns:a16="http://schemas.microsoft.com/office/drawing/2014/main" id="{5466B440-3458-F23C-D1CB-333665BCF095}"/>
              </a:ext>
            </a:extLst>
          </p:cNvPr>
          <p:cNvSpPr>
            <a:spLocks noGrp="1"/>
          </p:cNvSpPr>
          <p:nvPr>
            <p:ph type="dt" sz="half" idx="19"/>
          </p:nvPr>
        </p:nvSpPr>
        <p:spPr/>
        <p:txBody>
          <a:bodyPr/>
          <a:lstStyle/>
          <a:p>
            <a:fld id="{8AAF154D-5330-402D-9FE7-F696F184228C}"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E50EF31A-FE72-B054-1668-E44BDD11246E}"/>
              </a:ext>
            </a:extLst>
          </p:cNvPr>
          <p:cNvSpPr>
            <a:spLocks noGrp="1"/>
          </p:cNvSpPr>
          <p:nvPr>
            <p:ph type="ftr" sz="quarter" idx="20"/>
          </p:nvPr>
        </p:nvSpPr>
        <p:spPr>
          <a:xfrm>
            <a:off x="2048400" y="6271200"/>
            <a:ext cx="8092650" cy="180000"/>
          </a:xfrm>
        </p:spPr>
        <p:txBody>
          <a:bodyPr/>
          <a:lstStyle/>
          <a:p>
            <a:endParaRPr lang="zh-CN" altLang="en-US" dirty="0"/>
          </a:p>
        </p:txBody>
      </p:sp>
      <p:sp>
        <p:nvSpPr>
          <p:cNvPr id="13" name="Slide Number Placeholder 12">
            <a:extLst>
              <a:ext uri="{FF2B5EF4-FFF2-40B4-BE49-F238E27FC236}">
                <a16:creationId xmlns:a16="http://schemas.microsoft.com/office/drawing/2014/main" id="{FC65E58D-3360-3495-B998-8A6CB389A971}"/>
              </a:ext>
            </a:extLst>
          </p:cNvPr>
          <p:cNvSpPr>
            <a:spLocks noGrp="1"/>
          </p:cNvSpPr>
          <p:nvPr>
            <p:ph type="sldNum" sz="quarter" idx="21"/>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6C7ED62A-EDD7-D5A0-E200-80AD55665B3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478603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432000" y="863600"/>
            <a:ext cx="6472038" cy="986400"/>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1999" y="2160000"/>
            <a:ext cx="3560400" cy="3832813"/>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314825" y="2160000"/>
            <a:ext cx="2589213" cy="3832813"/>
          </a:xfrm>
        </p:spPr>
        <p:txBody>
          <a:bodyPr/>
          <a:lstStyle>
            <a:lvl1pPr>
              <a:defRPr/>
            </a:lvl1pPr>
            <a:lvl5pPr>
              <a:defRPr/>
            </a:lvl5pPr>
            <a:lvl7pPr>
              <a:defRPr/>
            </a:lvl7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7227888" y="863600"/>
            <a:ext cx="4531950" cy="5129213"/>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6" name="Date Placeholder 5">
            <a:extLst>
              <a:ext uri="{FF2B5EF4-FFF2-40B4-BE49-F238E27FC236}">
                <a16:creationId xmlns:a16="http://schemas.microsoft.com/office/drawing/2014/main" id="{5466B440-3458-F23C-D1CB-333665BCF095}"/>
              </a:ext>
            </a:extLst>
          </p:cNvPr>
          <p:cNvSpPr>
            <a:spLocks noGrp="1"/>
          </p:cNvSpPr>
          <p:nvPr>
            <p:ph type="dt" sz="half" idx="19"/>
          </p:nvPr>
        </p:nvSpPr>
        <p:spPr/>
        <p:txBody>
          <a:bodyPr/>
          <a:lstStyle/>
          <a:p>
            <a:fld id="{39AA3FEE-6AF7-412F-92D3-E3814EC1F1F0}"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E50EF31A-FE72-B054-1668-E44BDD11246E}"/>
              </a:ext>
            </a:extLst>
          </p:cNvPr>
          <p:cNvSpPr>
            <a:spLocks noGrp="1"/>
          </p:cNvSpPr>
          <p:nvPr>
            <p:ph type="ftr" sz="quarter" idx="20"/>
          </p:nvPr>
        </p:nvSpPr>
        <p:spPr>
          <a:xfrm>
            <a:off x="2048400" y="6271200"/>
            <a:ext cx="8092650" cy="180000"/>
          </a:xfrm>
        </p:spPr>
        <p:txBody>
          <a:bodyPr/>
          <a:lstStyle/>
          <a:p>
            <a:endParaRPr lang="zh-CN" altLang="en-US" dirty="0"/>
          </a:p>
        </p:txBody>
      </p:sp>
      <p:sp>
        <p:nvSpPr>
          <p:cNvPr id="13" name="Slide Number Placeholder 12">
            <a:extLst>
              <a:ext uri="{FF2B5EF4-FFF2-40B4-BE49-F238E27FC236}">
                <a16:creationId xmlns:a16="http://schemas.microsoft.com/office/drawing/2014/main" id="{FC65E58D-3360-3495-B998-8A6CB389A971}"/>
              </a:ext>
            </a:extLst>
          </p:cNvPr>
          <p:cNvSpPr>
            <a:spLocks noGrp="1"/>
          </p:cNvSpPr>
          <p:nvPr>
            <p:ph type="sldNum" sz="quarter" idx="21"/>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1765F2F6-BD68-9BD6-6E5C-8BF4E698943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5743401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D">
    <p:bg>
      <p:bgPr>
        <a:solidFill>
          <a:srgbClr val="F3EEE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432000" y="863600"/>
            <a:ext cx="6472038" cy="986400"/>
          </a:xfrm>
        </p:spPr>
        <p:txBody>
          <a:bodyPr/>
          <a:lstStyle/>
          <a:p>
            <a:r>
              <a:rPr lang="en-US" altLang="zh-CN"/>
              <a:t>Click to add title</a:t>
            </a:r>
            <a:endParaRPr lang="zh-CN" altLang="en-US" dirty="0"/>
          </a:p>
        </p:txBody>
      </p:sp>
      <p:sp>
        <p:nvSpPr>
          <p:cNvPr id="3" name="Content Placeholder 2"/>
          <p:cNvSpPr>
            <a:spLocks noGrp="1"/>
          </p:cNvSpPr>
          <p:nvPr>
            <p:ph idx="1" hasCustomPrompt="1"/>
          </p:nvPr>
        </p:nvSpPr>
        <p:spPr>
          <a:xfrm>
            <a:off x="431999" y="2160000"/>
            <a:ext cx="3560400" cy="3832813"/>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a:p>
            <a:pPr lvl="4"/>
            <a:r>
              <a:rPr lang="en-US" altLang="zh-CN" noProof="0"/>
              <a:t>Fifth level</a:t>
            </a:r>
            <a:endParaRPr lang="zh-CN" altLang="en-US" noProof="0"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noProof="0" dirty="0"/>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314825" y="2160000"/>
            <a:ext cx="2589213" cy="3832813"/>
          </a:xfrm>
        </p:spPr>
        <p:txBody>
          <a:bodyPr/>
          <a:lstStyle>
            <a:lvl1pPr>
              <a:defRPr/>
            </a:lvl1pPr>
            <a:lvl5pPr>
              <a:defRPr/>
            </a:lvl5pPr>
            <a:lvl7pPr>
              <a:defRPr/>
            </a:lvl7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7227888" y="863600"/>
            <a:ext cx="4531950" cy="5129213"/>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a:p>
            <a:pPr lvl="4"/>
            <a:r>
              <a:rPr lang="en-US" altLang="zh-CN"/>
              <a:t>Fifth level</a:t>
            </a:r>
            <a:endParaRPr lang="zh-CN" altLang="en-US" dirty="0"/>
          </a:p>
          <a:p>
            <a:pPr lvl="5"/>
            <a:r>
              <a:rPr lang="en-US" altLang="zh-CN" noProof="0"/>
              <a:t>6</a:t>
            </a:r>
            <a:endParaRPr lang="zh-CN" altLang="en-US" noProof="0" dirty="0"/>
          </a:p>
          <a:p>
            <a:pPr lvl="6"/>
            <a:r>
              <a:rPr lang="en-US" altLang="zh-CN" noProof="0"/>
              <a:t>7</a:t>
            </a:r>
            <a:endParaRPr lang="zh-CN" altLang="en-US" noProof="0" dirty="0"/>
          </a:p>
          <a:p>
            <a:pPr lvl="7"/>
            <a:r>
              <a:rPr lang="en-US" altLang="zh-CN" noProof="0"/>
              <a:t>8</a:t>
            </a:r>
            <a:endParaRPr lang="zh-CN" altLang="en-US" dirty="0"/>
          </a:p>
        </p:txBody>
      </p:sp>
      <p:sp>
        <p:nvSpPr>
          <p:cNvPr id="6" name="Date Placeholder 5">
            <a:extLst>
              <a:ext uri="{FF2B5EF4-FFF2-40B4-BE49-F238E27FC236}">
                <a16:creationId xmlns:a16="http://schemas.microsoft.com/office/drawing/2014/main" id="{5466B440-3458-F23C-D1CB-333665BCF095}"/>
              </a:ext>
            </a:extLst>
          </p:cNvPr>
          <p:cNvSpPr>
            <a:spLocks noGrp="1"/>
          </p:cNvSpPr>
          <p:nvPr>
            <p:ph type="dt" sz="half" idx="19"/>
          </p:nvPr>
        </p:nvSpPr>
        <p:spPr/>
        <p:txBody>
          <a:bodyPr/>
          <a:lstStyle/>
          <a:p>
            <a:fld id="{1D4AB916-35A8-48F2-AB85-A38CB74DF7DA}"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E50EF31A-FE72-B054-1668-E44BDD11246E}"/>
              </a:ext>
            </a:extLst>
          </p:cNvPr>
          <p:cNvSpPr>
            <a:spLocks noGrp="1"/>
          </p:cNvSpPr>
          <p:nvPr>
            <p:ph type="ftr" sz="quarter" idx="20"/>
          </p:nvPr>
        </p:nvSpPr>
        <p:spPr>
          <a:xfrm>
            <a:off x="2048400" y="6271200"/>
            <a:ext cx="8092650" cy="180000"/>
          </a:xfrm>
        </p:spPr>
        <p:txBody>
          <a:bodyPr/>
          <a:lstStyle/>
          <a:p>
            <a:endParaRPr lang="zh-CN" altLang="en-US" dirty="0"/>
          </a:p>
        </p:txBody>
      </p:sp>
      <p:sp>
        <p:nvSpPr>
          <p:cNvPr id="13" name="Slide Number Placeholder 12">
            <a:extLst>
              <a:ext uri="{FF2B5EF4-FFF2-40B4-BE49-F238E27FC236}">
                <a16:creationId xmlns:a16="http://schemas.microsoft.com/office/drawing/2014/main" id="{FC65E58D-3360-3495-B998-8A6CB389A971}"/>
              </a:ext>
            </a:extLst>
          </p:cNvPr>
          <p:cNvSpPr>
            <a:spLocks noGrp="1"/>
          </p:cNvSpPr>
          <p:nvPr>
            <p:ph type="sldNum" sz="quarter" idx="21"/>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88FD27A1-FB85-F7FD-F51B-85DFBC9730E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236996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pictures and tex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55029-5E8C-01A6-527F-9856D08533EB}"/>
              </a:ext>
            </a:extLst>
          </p:cNvPr>
          <p:cNvSpPr>
            <a:spLocks noGrp="1"/>
          </p:cNvSpPr>
          <p:nvPr>
            <p:ph type="title" hasCustomPrompt="1"/>
          </p:nvPr>
        </p:nvSpPr>
        <p:spPr>
          <a:xfrm>
            <a:off x="432000" y="1290310"/>
            <a:ext cx="3559175"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5286375" y="1296000"/>
            <a:ext cx="2589213" cy="2188800"/>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5286374" y="3805925"/>
            <a:ext cx="2589213" cy="2188800"/>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a:xfrm>
            <a:off x="432000" y="2586710"/>
            <a:ext cx="3559175" cy="3408015"/>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8199438" y="1296000"/>
            <a:ext cx="3559421" cy="21888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19" name="Picture Placeholder 16">
            <a:extLst>
              <a:ext uri="{FF2B5EF4-FFF2-40B4-BE49-F238E27FC236}">
                <a16:creationId xmlns:a16="http://schemas.microsoft.com/office/drawing/2014/main" id="{9AC831F9-9E31-D9F7-9B60-F83847A0D089}"/>
              </a:ext>
            </a:extLst>
          </p:cNvPr>
          <p:cNvSpPr>
            <a:spLocks noGrp="1"/>
          </p:cNvSpPr>
          <p:nvPr>
            <p:ph type="pic" sz="quarter" idx="24" hasCustomPrompt="1"/>
          </p:nvPr>
        </p:nvSpPr>
        <p:spPr>
          <a:xfrm>
            <a:off x="8196837" y="3805925"/>
            <a:ext cx="3560763" cy="21888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8" name="Date Placeholder 7">
            <a:extLst>
              <a:ext uri="{FF2B5EF4-FFF2-40B4-BE49-F238E27FC236}">
                <a16:creationId xmlns:a16="http://schemas.microsoft.com/office/drawing/2014/main" id="{A5CA437E-B9E9-6E96-C918-140C31215EC6}"/>
              </a:ext>
            </a:extLst>
          </p:cNvPr>
          <p:cNvSpPr>
            <a:spLocks noGrp="1"/>
          </p:cNvSpPr>
          <p:nvPr>
            <p:ph type="dt" sz="half" idx="25"/>
          </p:nvPr>
        </p:nvSpPr>
        <p:spPr/>
        <p:txBody>
          <a:bodyPr/>
          <a:lstStyle/>
          <a:p>
            <a:fld id="{36320209-A165-4CA8-A2FC-133449CE14CF}" type="datetime2">
              <a:rPr lang="zh-CN" altLang="en-US" smtClean="0"/>
              <a:t>2024年3月20日</a:t>
            </a:fld>
            <a:endParaRPr lang="zh-CN" altLang="en-US" dirty="0"/>
          </a:p>
        </p:txBody>
      </p:sp>
      <p:sp>
        <p:nvSpPr>
          <p:cNvPr id="10" name="Footer Placeholder 9">
            <a:extLst>
              <a:ext uri="{FF2B5EF4-FFF2-40B4-BE49-F238E27FC236}">
                <a16:creationId xmlns:a16="http://schemas.microsoft.com/office/drawing/2014/main" id="{2B3FA518-74A4-049B-B657-631FB56E36E0}"/>
              </a:ext>
            </a:extLst>
          </p:cNvPr>
          <p:cNvSpPr>
            <a:spLocks noGrp="1"/>
          </p:cNvSpPr>
          <p:nvPr>
            <p:ph type="ftr" sz="quarter" idx="26"/>
          </p:nvPr>
        </p:nvSpPr>
        <p:spPr>
          <a:xfrm>
            <a:off x="2048400" y="6271200"/>
            <a:ext cx="8092650"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720149EE-DBF1-636D-84BA-A543C7D608CB}"/>
              </a:ext>
            </a:extLst>
          </p:cNvPr>
          <p:cNvSpPr>
            <a:spLocks noGrp="1"/>
          </p:cNvSpPr>
          <p:nvPr>
            <p:ph type="sldNum" sz="quarter" idx="27"/>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1BBAFA7D-9B89-6A14-CD33-FD654EAC0C5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3868241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pictures and tex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5712B-4E71-D432-07E8-176AED5BFD34}"/>
              </a:ext>
            </a:extLst>
          </p:cNvPr>
          <p:cNvSpPr>
            <a:spLocks noGrp="1"/>
          </p:cNvSpPr>
          <p:nvPr>
            <p:ph type="title" hasCustomPrompt="1"/>
          </p:nvPr>
        </p:nvSpPr>
        <p:spPr>
          <a:xfrm>
            <a:off x="432000" y="863600"/>
            <a:ext cx="8413551" cy="584613"/>
          </a:xfrm>
        </p:spPr>
        <p:txBody>
          <a:bodyPr/>
          <a:lstStyle>
            <a:lvl1pPr>
              <a:defRPr/>
            </a:lvl1pPr>
          </a:lstStyle>
          <a:p>
            <a:r>
              <a:rPr lang="en-US" altLang="zh-CN"/>
              <a:t>Click to add title in one line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3351315" y="1727200"/>
            <a:ext cx="2581174" cy="4265013"/>
          </a:xfrm>
        </p:spPr>
        <p:txBody>
          <a:bodyPr anchor="b" anchorCtr="0"/>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9170786" y="1727200"/>
            <a:ext cx="2589213" cy="4265013"/>
          </a:xfrm>
        </p:spPr>
        <p:txBody>
          <a:bodyPr anchor="b" anchorCtr="0"/>
          <a:lstStyle>
            <a:lvl1pPr>
              <a:defRPr/>
            </a:lvl1pPr>
          </a:lstStyle>
          <a:p>
            <a:pPr lvl="0"/>
            <a:r>
              <a:rPr lang="en-US" altLang="zh-CN"/>
              <a:t>Click to add text                               Enter &amp; TAB to view next text style              SHIFT+TAB to view previous text style</a:t>
            </a:r>
            <a:endParaRPr lang="zh-CN" altLang="en-US" dirty="0"/>
          </a:p>
        </p:txBody>
      </p:sp>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432000" y="1727200"/>
            <a:ext cx="2589213" cy="4265013"/>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19" name="Picture Placeholder 16">
            <a:extLst>
              <a:ext uri="{FF2B5EF4-FFF2-40B4-BE49-F238E27FC236}">
                <a16:creationId xmlns:a16="http://schemas.microsoft.com/office/drawing/2014/main" id="{9AC831F9-9E31-D9F7-9B60-F83847A0D089}"/>
              </a:ext>
            </a:extLst>
          </p:cNvPr>
          <p:cNvSpPr>
            <a:spLocks noGrp="1"/>
          </p:cNvSpPr>
          <p:nvPr>
            <p:ph type="pic" sz="quarter" idx="24" hasCustomPrompt="1"/>
          </p:nvPr>
        </p:nvSpPr>
        <p:spPr>
          <a:xfrm>
            <a:off x="6256338" y="1727200"/>
            <a:ext cx="2589213" cy="4265013"/>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6" name="Date Placeholder 5">
            <a:extLst>
              <a:ext uri="{FF2B5EF4-FFF2-40B4-BE49-F238E27FC236}">
                <a16:creationId xmlns:a16="http://schemas.microsoft.com/office/drawing/2014/main" id="{B7EACEEC-FBDD-4434-C252-D718F2800E7C}"/>
              </a:ext>
            </a:extLst>
          </p:cNvPr>
          <p:cNvSpPr>
            <a:spLocks noGrp="1"/>
          </p:cNvSpPr>
          <p:nvPr>
            <p:ph type="dt" sz="half" idx="25"/>
          </p:nvPr>
        </p:nvSpPr>
        <p:spPr/>
        <p:txBody>
          <a:bodyPr/>
          <a:lstStyle/>
          <a:p>
            <a:fld id="{E27B89E9-3099-458B-A4AE-FEAF910A00D3}" type="datetime2">
              <a:rPr lang="zh-CN" altLang="en-US" smtClean="0"/>
              <a:t>2024年3月20日</a:t>
            </a:fld>
            <a:endParaRPr lang="zh-CN" altLang="en-US" dirty="0"/>
          </a:p>
        </p:txBody>
      </p:sp>
      <p:sp>
        <p:nvSpPr>
          <p:cNvPr id="10" name="Footer Placeholder 9">
            <a:extLst>
              <a:ext uri="{FF2B5EF4-FFF2-40B4-BE49-F238E27FC236}">
                <a16:creationId xmlns:a16="http://schemas.microsoft.com/office/drawing/2014/main" id="{1E4BEAB8-67C2-FEB2-B84D-7CA461A8C2CA}"/>
              </a:ext>
            </a:extLst>
          </p:cNvPr>
          <p:cNvSpPr>
            <a:spLocks noGrp="1"/>
          </p:cNvSpPr>
          <p:nvPr>
            <p:ph type="ftr" sz="quarter" idx="26"/>
          </p:nvPr>
        </p:nvSpPr>
        <p:spPr>
          <a:xfrm>
            <a:off x="2048400" y="6271200"/>
            <a:ext cx="8092650"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9F40D61E-53EF-7DF5-0A8B-5AF2168ADC11}"/>
              </a:ext>
            </a:extLst>
          </p:cNvPr>
          <p:cNvSpPr>
            <a:spLocks noGrp="1"/>
          </p:cNvSpPr>
          <p:nvPr>
            <p:ph type="sldNum" sz="quarter" idx="27"/>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CB7C8CE4-85E1-157F-ABB7-C96BAFD1B3D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8151868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ictures and text C">
    <p:bg>
      <p:bgPr>
        <a:solidFill>
          <a:srgbClr val="F3EEEA"/>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8CBBC1B-7DB9-FFF8-7936-68B9FD809AC1}"/>
              </a:ext>
            </a:extLst>
          </p:cNvPr>
          <p:cNvSpPr>
            <a:spLocks noGrp="1"/>
          </p:cNvSpPr>
          <p:nvPr>
            <p:ph type="title" hasCustomPrompt="1"/>
          </p:nvPr>
        </p:nvSpPr>
        <p:spPr>
          <a:xfrm>
            <a:off x="432000" y="863600"/>
            <a:ext cx="8413551" cy="584613"/>
          </a:xfrm>
        </p:spPr>
        <p:txBody>
          <a:bodyPr/>
          <a:lstStyle>
            <a:lvl1pPr>
              <a:defRPr/>
            </a:lvl1pPr>
          </a:lstStyle>
          <a:p>
            <a:r>
              <a:rPr lang="en-US" altLang="zh-CN"/>
              <a:t>Click to add title in one line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3351315" y="1729387"/>
            <a:ext cx="2581174" cy="4265013"/>
          </a:xfrm>
        </p:spPr>
        <p:txBody>
          <a:bodyPr anchor="b" anchorCtr="0"/>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9170786" y="1729387"/>
            <a:ext cx="2589213" cy="4265013"/>
          </a:xfrm>
        </p:spPr>
        <p:txBody>
          <a:bodyPr anchor="b" anchorCtr="0"/>
          <a:lstStyle>
            <a:lvl1pPr>
              <a:defRPr/>
            </a:lvl1pPr>
          </a:lstStyle>
          <a:p>
            <a:pPr lvl="0"/>
            <a:r>
              <a:rPr lang="en-US" altLang="zh-CN"/>
              <a:t>Click to add text                               Enter &amp; TAB to view next text style              SHIFT+TAB to view previous text style</a:t>
            </a:r>
            <a:endParaRPr lang="zh-CN" altLang="en-US" dirty="0"/>
          </a:p>
        </p:txBody>
      </p:sp>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432000" y="1729387"/>
            <a:ext cx="2589213" cy="4265013"/>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19" name="Picture Placeholder 16">
            <a:extLst>
              <a:ext uri="{FF2B5EF4-FFF2-40B4-BE49-F238E27FC236}">
                <a16:creationId xmlns:a16="http://schemas.microsoft.com/office/drawing/2014/main" id="{9AC831F9-9E31-D9F7-9B60-F83847A0D089}"/>
              </a:ext>
            </a:extLst>
          </p:cNvPr>
          <p:cNvSpPr>
            <a:spLocks noGrp="1"/>
          </p:cNvSpPr>
          <p:nvPr>
            <p:ph type="pic" sz="quarter" idx="24" hasCustomPrompt="1"/>
          </p:nvPr>
        </p:nvSpPr>
        <p:spPr>
          <a:xfrm>
            <a:off x="6256338" y="1729387"/>
            <a:ext cx="2589213" cy="4265013"/>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10" name="Date Placeholder 9">
            <a:extLst>
              <a:ext uri="{FF2B5EF4-FFF2-40B4-BE49-F238E27FC236}">
                <a16:creationId xmlns:a16="http://schemas.microsoft.com/office/drawing/2014/main" id="{CD84BC30-2E53-95BB-159A-27022A86E78B}"/>
              </a:ext>
            </a:extLst>
          </p:cNvPr>
          <p:cNvSpPr>
            <a:spLocks noGrp="1"/>
          </p:cNvSpPr>
          <p:nvPr>
            <p:ph type="dt" sz="half" idx="25"/>
          </p:nvPr>
        </p:nvSpPr>
        <p:spPr/>
        <p:txBody>
          <a:bodyPr/>
          <a:lstStyle/>
          <a:p>
            <a:fld id="{BC1119F8-034A-4049-8B46-67ED54737F9D}"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D7B63327-8549-BFBC-C12F-0F2EE4CEB9F6}"/>
              </a:ext>
            </a:extLst>
          </p:cNvPr>
          <p:cNvSpPr>
            <a:spLocks noGrp="1"/>
          </p:cNvSpPr>
          <p:nvPr>
            <p:ph type="ftr" sz="quarter" idx="26"/>
          </p:nvPr>
        </p:nvSpPr>
        <p:spPr>
          <a:xfrm>
            <a:off x="2048400" y="6271200"/>
            <a:ext cx="8092650" cy="180000"/>
          </a:xfrm>
        </p:spPr>
        <p:txBody>
          <a:bodyPr/>
          <a:lstStyle/>
          <a:p>
            <a:endParaRPr lang="zh-CN" altLang="en-US" dirty="0"/>
          </a:p>
        </p:txBody>
      </p:sp>
      <p:sp>
        <p:nvSpPr>
          <p:cNvPr id="13" name="Slide Number Placeholder 12">
            <a:extLst>
              <a:ext uri="{FF2B5EF4-FFF2-40B4-BE49-F238E27FC236}">
                <a16:creationId xmlns:a16="http://schemas.microsoft.com/office/drawing/2014/main" id="{EFBBE820-A6DC-772D-F054-F8C66D66D890}"/>
              </a:ext>
            </a:extLst>
          </p:cNvPr>
          <p:cNvSpPr>
            <a:spLocks noGrp="1"/>
          </p:cNvSpPr>
          <p:nvPr>
            <p:ph type="sldNum" sz="quarter" idx="27"/>
          </p:nvPr>
        </p:nvSpPr>
        <p:spPr/>
        <p:txBody>
          <a:bodyPr/>
          <a:lstStyle/>
          <a:p>
            <a:fld id="{23AA811B-2EBD-4900-905E-5BE206449611}" type="slidenum">
              <a:rPr lang="en-US" altLang="zh-CN" smtClean="0"/>
              <a:pPr/>
              <a:t>‹#›</a:t>
            </a:fld>
            <a:endParaRPr lang="zh-CN" altLang="en-US" dirty="0"/>
          </a:p>
        </p:txBody>
      </p:sp>
      <p:pic>
        <p:nvPicPr>
          <p:cNvPr id="2" name="Logo">
            <a:extLst>
              <a:ext uri="{FF2B5EF4-FFF2-40B4-BE49-F238E27FC236}">
                <a16:creationId xmlns:a16="http://schemas.microsoft.com/office/drawing/2014/main" id="{C74519A9-6173-3C01-2E63-A1EAFA6CF5E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1417576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ictures and tex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4211999"/>
            <a:ext cx="3559421" cy="17808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4314824" y="4211999"/>
            <a:ext cx="3560763" cy="17808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a:xfrm>
            <a:off x="8199437" y="4211999"/>
            <a:ext cx="3559175" cy="17808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432000" y="1296000"/>
            <a:ext cx="3559421" cy="25884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19" name="Picture Placeholder 16">
            <a:extLst>
              <a:ext uri="{FF2B5EF4-FFF2-40B4-BE49-F238E27FC236}">
                <a16:creationId xmlns:a16="http://schemas.microsoft.com/office/drawing/2014/main" id="{9AC831F9-9E31-D9F7-9B60-F83847A0D089}"/>
              </a:ext>
            </a:extLst>
          </p:cNvPr>
          <p:cNvSpPr>
            <a:spLocks noGrp="1"/>
          </p:cNvSpPr>
          <p:nvPr>
            <p:ph type="pic" sz="quarter" idx="24" hasCustomPrompt="1"/>
          </p:nvPr>
        </p:nvSpPr>
        <p:spPr>
          <a:xfrm>
            <a:off x="4314824" y="1296000"/>
            <a:ext cx="3560763" cy="25884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20" name="Picture Placeholder 16">
            <a:extLst>
              <a:ext uri="{FF2B5EF4-FFF2-40B4-BE49-F238E27FC236}">
                <a16:creationId xmlns:a16="http://schemas.microsoft.com/office/drawing/2014/main" id="{D429DD04-EC95-7FC7-3C62-267E79BEB6EE}"/>
              </a:ext>
            </a:extLst>
          </p:cNvPr>
          <p:cNvSpPr>
            <a:spLocks noGrp="1"/>
          </p:cNvSpPr>
          <p:nvPr>
            <p:ph type="pic" sz="quarter" idx="25" hasCustomPrompt="1"/>
          </p:nvPr>
        </p:nvSpPr>
        <p:spPr>
          <a:xfrm>
            <a:off x="8199437" y="1296000"/>
            <a:ext cx="3559175" cy="25884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2" name="Date Placeholder 1">
            <a:extLst>
              <a:ext uri="{FF2B5EF4-FFF2-40B4-BE49-F238E27FC236}">
                <a16:creationId xmlns:a16="http://schemas.microsoft.com/office/drawing/2014/main" id="{51464986-31E7-BAE8-CA1B-F5B4CBF5C3E6}"/>
              </a:ext>
            </a:extLst>
          </p:cNvPr>
          <p:cNvSpPr>
            <a:spLocks noGrp="1"/>
          </p:cNvSpPr>
          <p:nvPr>
            <p:ph type="dt" sz="half" idx="26"/>
          </p:nvPr>
        </p:nvSpPr>
        <p:spPr/>
        <p:txBody>
          <a:bodyPr/>
          <a:lstStyle/>
          <a:p>
            <a:fld id="{EE1E299F-8143-4E2B-90D4-5967F0B9B861}" type="datetime2">
              <a:rPr lang="zh-CN" altLang="en-US" smtClean="0"/>
              <a:t>2024年3月20日</a:t>
            </a:fld>
            <a:endParaRPr lang="zh-CN" altLang="en-US" dirty="0"/>
          </a:p>
        </p:txBody>
      </p:sp>
      <p:sp>
        <p:nvSpPr>
          <p:cNvPr id="8" name="Footer Placeholder 7">
            <a:extLst>
              <a:ext uri="{FF2B5EF4-FFF2-40B4-BE49-F238E27FC236}">
                <a16:creationId xmlns:a16="http://schemas.microsoft.com/office/drawing/2014/main" id="{1EFB38A3-76D1-5B2E-34F6-B428F29B8E91}"/>
              </a:ext>
            </a:extLst>
          </p:cNvPr>
          <p:cNvSpPr>
            <a:spLocks noGrp="1"/>
          </p:cNvSpPr>
          <p:nvPr>
            <p:ph type="ftr" sz="quarter" idx="27"/>
          </p:nvPr>
        </p:nvSpPr>
        <p:spPr>
          <a:xfrm>
            <a:off x="2048400" y="6271200"/>
            <a:ext cx="8092650" cy="180000"/>
          </a:xfrm>
        </p:spPr>
        <p:txBody>
          <a:bodyPr/>
          <a:lstStyle/>
          <a:p>
            <a:endParaRPr lang="zh-CN" altLang="en-US" dirty="0"/>
          </a:p>
        </p:txBody>
      </p:sp>
      <p:sp>
        <p:nvSpPr>
          <p:cNvPr id="10" name="Slide Number Placeholder 9">
            <a:extLst>
              <a:ext uri="{FF2B5EF4-FFF2-40B4-BE49-F238E27FC236}">
                <a16:creationId xmlns:a16="http://schemas.microsoft.com/office/drawing/2014/main" id="{1498BB5F-632D-E279-A632-26AB519DE766}"/>
              </a:ext>
            </a:extLst>
          </p:cNvPr>
          <p:cNvSpPr>
            <a:spLocks noGrp="1"/>
          </p:cNvSpPr>
          <p:nvPr>
            <p:ph type="sldNum" sz="quarter" idx="28"/>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C304DF20-B93E-FE60-B633-7687AC79CC3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5096909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pictures and tex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4211999"/>
            <a:ext cx="2588400" cy="1780813"/>
          </a:xfrm>
        </p:spPr>
        <p:txBody>
          <a:body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3344399" y="4211999"/>
            <a:ext cx="2588400" cy="1780813"/>
          </a:xfrm>
        </p:spPr>
        <p:txBody>
          <a:bodyPr/>
          <a:lstStyle/>
          <a:p>
            <a:pPr lvl="0"/>
            <a:r>
              <a:rPr lang="en-US" altLang="zh-CN"/>
              <a:t>Click to add text                   Enter &amp; TAB to view next text style              SHIFT+TAB to view previous text style</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a:xfrm>
            <a:off x="6256799" y="4211999"/>
            <a:ext cx="2588400" cy="1780813"/>
          </a:xfrm>
        </p:spPr>
        <p:txBody>
          <a:bodyPr/>
          <a:lstStyle/>
          <a:p>
            <a:pPr lvl="0"/>
            <a:r>
              <a:rPr lang="en-US" altLang="zh-CN"/>
              <a:t>Click to add text                   Enter &amp; TAB to view next text style              SHIFT+TAB to view previous text style</a:t>
            </a:r>
            <a:endParaRPr lang="zh-CN" altLang="en-US" dirty="0"/>
          </a:p>
        </p:txBody>
      </p:sp>
      <p:sp>
        <p:nvSpPr>
          <p:cNvPr id="15" name="Text Placeholder 14">
            <a:extLst>
              <a:ext uri="{FF2B5EF4-FFF2-40B4-BE49-F238E27FC236}">
                <a16:creationId xmlns:a16="http://schemas.microsoft.com/office/drawing/2014/main" id="{607C6C78-AA9F-E189-5122-109D0D23B310}"/>
              </a:ext>
            </a:extLst>
          </p:cNvPr>
          <p:cNvSpPr>
            <a:spLocks noGrp="1"/>
          </p:cNvSpPr>
          <p:nvPr>
            <p:ph type="body" sz="quarter" idx="22" hasCustomPrompt="1"/>
          </p:nvPr>
        </p:nvSpPr>
        <p:spPr>
          <a:xfrm>
            <a:off x="9170174" y="4211999"/>
            <a:ext cx="2588400" cy="1780813"/>
          </a:xfrm>
        </p:spPr>
        <p:txBody>
          <a:bodyPr/>
          <a:lstStyle/>
          <a:p>
            <a:pPr lvl="0"/>
            <a:r>
              <a:rPr lang="en-US" altLang="zh-CN"/>
              <a:t>Click to add text                   Enter &amp; TAB to view next text style              SHIFT+TAB to view previous text style</a:t>
            </a:r>
            <a:endParaRPr lang="zh-CN" altLang="en-US" dirty="0"/>
          </a:p>
        </p:txBody>
      </p:sp>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432000" y="1296000"/>
            <a:ext cx="2587425" cy="25884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19" name="Picture Placeholder 16">
            <a:extLst>
              <a:ext uri="{FF2B5EF4-FFF2-40B4-BE49-F238E27FC236}">
                <a16:creationId xmlns:a16="http://schemas.microsoft.com/office/drawing/2014/main" id="{9AC831F9-9E31-D9F7-9B60-F83847A0D089}"/>
              </a:ext>
            </a:extLst>
          </p:cNvPr>
          <p:cNvSpPr>
            <a:spLocks noGrp="1"/>
          </p:cNvSpPr>
          <p:nvPr>
            <p:ph type="pic" sz="quarter" idx="24" hasCustomPrompt="1"/>
          </p:nvPr>
        </p:nvSpPr>
        <p:spPr>
          <a:xfrm>
            <a:off x="3344399" y="1296000"/>
            <a:ext cx="2588400" cy="25884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20" name="Picture Placeholder 16">
            <a:extLst>
              <a:ext uri="{FF2B5EF4-FFF2-40B4-BE49-F238E27FC236}">
                <a16:creationId xmlns:a16="http://schemas.microsoft.com/office/drawing/2014/main" id="{D429DD04-EC95-7FC7-3C62-267E79BEB6EE}"/>
              </a:ext>
            </a:extLst>
          </p:cNvPr>
          <p:cNvSpPr>
            <a:spLocks noGrp="1"/>
          </p:cNvSpPr>
          <p:nvPr>
            <p:ph type="pic" sz="quarter" idx="25" hasCustomPrompt="1"/>
          </p:nvPr>
        </p:nvSpPr>
        <p:spPr>
          <a:xfrm>
            <a:off x="6256799" y="1296000"/>
            <a:ext cx="2588400" cy="25884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21" name="Picture Placeholder 16">
            <a:extLst>
              <a:ext uri="{FF2B5EF4-FFF2-40B4-BE49-F238E27FC236}">
                <a16:creationId xmlns:a16="http://schemas.microsoft.com/office/drawing/2014/main" id="{7DFC0363-CB96-D528-E468-26416AB6B48C}"/>
              </a:ext>
            </a:extLst>
          </p:cNvPr>
          <p:cNvSpPr>
            <a:spLocks noGrp="1"/>
          </p:cNvSpPr>
          <p:nvPr>
            <p:ph type="pic" sz="quarter" idx="26" hasCustomPrompt="1"/>
          </p:nvPr>
        </p:nvSpPr>
        <p:spPr>
          <a:xfrm>
            <a:off x="9170174" y="1296000"/>
            <a:ext cx="2588400" cy="25884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8" name="Date Placeholder 7">
            <a:extLst>
              <a:ext uri="{FF2B5EF4-FFF2-40B4-BE49-F238E27FC236}">
                <a16:creationId xmlns:a16="http://schemas.microsoft.com/office/drawing/2014/main" id="{80EDBE0F-04F9-2690-DFB4-0F6ACCF1B10C}"/>
              </a:ext>
            </a:extLst>
          </p:cNvPr>
          <p:cNvSpPr>
            <a:spLocks noGrp="1"/>
          </p:cNvSpPr>
          <p:nvPr>
            <p:ph type="dt" sz="half" idx="28"/>
          </p:nvPr>
        </p:nvSpPr>
        <p:spPr/>
        <p:txBody>
          <a:bodyPr/>
          <a:lstStyle/>
          <a:p>
            <a:fld id="{BE35E13F-44C7-444E-A6E5-21B339A76254}" type="datetime2">
              <a:rPr lang="zh-CN" altLang="en-US" smtClean="0"/>
              <a:t>2024年3月20日</a:t>
            </a:fld>
            <a:endParaRPr lang="zh-CN" altLang="en-US" dirty="0"/>
          </a:p>
        </p:txBody>
      </p:sp>
      <p:sp>
        <p:nvSpPr>
          <p:cNvPr id="10" name="Footer Placeholder 9">
            <a:extLst>
              <a:ext uri="{FF2B5EF4-FFF2-40B4-BE49-F238E27FC236}">
                <a16:creationId xmlns:a16="http://schemas.microsoft.com/office/drawing/2014/main" id="{F100B170-AC5D-EAC3-2320-3B4DFD1B16D0}"/>
              </a:ext>
            </a:extLst>
          </p:cNvPr>
          <p:cNvSpPr>
            <a:spLocks noGrp="1"/>
          </p:cNvSpPr>
          <p:nvPr>
            <p:ph type="ftr" sz="quarter" idx="29"/>
          </p:nvPr>
        </p:nvSpPr>
        <p:spPr>
          <a:xfrm>
            <a:off x="2048400" y="6271200"/>
            <a:ext cx="8092650"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0C6D2885-B2E8-0040-99BE-F80685F94A0E}"/>
              </a:ext>
            </a:extLst>
          </p:cNvPr>
          <p:cNvSpPr>
            <a:spLocks noGrp="1"/>
          </p:cNvSpPr>
          <p:nvPr>
            <p:ph type="sldNum" sz="quarter" idx="30"/>
          </p:nvPr>
        </p:nvSpPr>
        <p:spPr/>
        <p:txBody>
          <a:bodyPr/>
          <a:lstStyle/>
          <a:p>
            <a:fld id="{23AA811B-2EBD-4900-905E-5BE206449611}" type="slidenum">
              <a:rPr lang="en-US" altLang="zh-CN" smtClean="0"/>
              <a:pPr/>
              <a:t>‹#›</a:t>
            </a:fld>
            <a:endParaRPr lang="zh-CN" altLang="en-US" dirty="0"/>
          </a:p>
        </p:txBody>
      </p:sp>
      <p:pic>
        <p:nvPicPr>
          <p:cNvPr id="2" name="Logo">
            <a:extLst>
              <a:ext uri="{FF2B5EF4-FFF2-40B4-BE49-F238E27FC236}">
                <a16:creationId xmlns:a16="http://schemas.microsoft.com/office/drawing/2014/main" id="{2E8106FF-3137-A6D8-75D8-87C143FB86B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1263018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picture A">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7227888" y="0"/>
            <a:ext cx="4964112" cy="68580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8" name="Logo Placeholder 9">
            <a:extLst>
              <a:ext uri="{FF2B5EF4-FFF2-40B4-BE49-F238E27FC236}">
                <a16:creationId xmlns:a16="http://schemas.microsoft.com/office/drawing/2014/main" id="{7B0F4F8D-332F-4E4F-3B7F-279005585A51}"/>
              </a:ext>
            </a:extLst>
          </p:cNvPr>
          <p:cNvSpPr>
            <a:spLocks noGrp="1"/>
          </p:cNvSpPr>
          <p:nvPr>
            <p:ph type="body" sz="quarter" idx="14" hasCustomPrompt="1"/>
          </p:nvPr>
        </p:nvSpPr>
        <p:spPr>
          <a:xfrm>
            <a:off x="10984613"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a:extLst>
              <a:ext uri="{FF2B5EF4-FFF2-40B4-BE49-F238E27FC236}">
                <a16:creationId xmlns:a16="http://schemas.microsoft.com/office/drawing/2014/main" id="{5687286D-9093-3E54-2006-8C00430BEEF4}"/>
              </a:ext>
            </a:extLst>
          </p:cNvPr>
          <p:cNvSpPr>
            <a:spLocks noGrp="1"/>
          </p:cNvSpPr>
          <p:nvPr>
            <p:ph type="title" hasCustomPrompt="1"/>
          </p:nvPr>
        </p:nvSpPr>
        <p:spPr>
          <a:xfrm>
            <a:off x="432000" y="863275"/>
            <a:ext cx="5500488"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159275"/>
            <a:ext cx="5500488" cy="3833538"/>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0" name="Date Placeholder 9">
            <a:extLst>
              <a:ext uri="{FF2B5EF4-FFF2-40B4-BE49-F238E27FC236}">
                <a16:creationId xmlns:a16="http://schemas.microsoft.com/office/drawing/2014/main" id="{6CD723CC-C5EC-1B89-E2EB-8AB617A6BEEA}"/>
              </a:ext>
            </a:extLst>
          </p:cNvPr>
          <p:cNvSpPr>
            <a:spLocks noGrp="1"/>
          </p:cNvSpPr>
          <p:nvPr>
            <p:ph type="dt" sz="half" idx="24"/>
          </p:nvPr>
        </p:nvSpPr>
        <p:spPr/>
        <p:txBody>
          <a:bodyPr/>
          <a:lstStyle/>
          <a:p>
            <a:fld id="{7538873F-40C9-45DD-A594-34C59260AB46}" type="datetime2">
              <a:rPr lang="zh-CN" altLang="en-US" smtClean="0"/>
              <a:t>2024年3月20日</a:t>
            </a:fld>
            <a:endParaRPr lang="zh-CN" altLang="en-US" dirty="0"/>
          </a:p>
        </p:txBody>
      </p:sp>
      <p:sp>
        <p:nvSpPr>
          <p:cNvPr id="11" name="Footer Placeholder 10">
            <a:extLst>
              <a:ext uri="{FF2B5EF4-FFF2-40B4-BE49-F238E27FC236}">
                <a16:creationId xmlns:a16="http://schemas.microsoft.com/office/drawing/2014/main" id="{2196B61E-4F55-158A-C4D7-E0F9A0FA89B6}"/>
              </a:ext>
            </a:extLst>
          </p:cNvPr>
          <p:cNvSpPr>
            <a:spLocks noGrp="1"/>
          </p:cNvSpPr>
          <p:nvPr>
            <p:ph type="ftr" sz="quarter" idx="25"/>
          </p:nvPr>
        </p:nvSpPr>
        <p:spPr>
          <a:xfrm>
            <a:off x="2048401" y="6271200"/>
            <a:ext cx="3883025"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1FB29ED6-1D0A-E571-379F-406766840D9E}"/>
              </a:ext>
            </a:extLst>
          </p:cNvPr>
          <p:cNvSpPr>
            <a:spLocks noGrp="1"/>
          </p:cNvSpPr>
          <p:nvPr>
            <p:ph type="sldNum" sz="quarter" idx="26"/>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11994749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picture B">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3990976" y="0"/>
            <a:ext cx="8201024" cy="68580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8" name="Logo Placeholder 9">
            <a:extLst>
              <a:ext uri="{FF2B5EF4-FFF2-40B4-BE49-F238E27FC236}">
                <a16:creationId xmlns:a16="http://schemas.microsoft.com/office/drawing/2014/main" id="{7B0F4F8D-332F-4E4F-3B7F-279005585A51}"/>
              </a:ext>
            </a:extLst>
          </p:cNvPr>
          <p:cNvSpPr>
            <a:spLocks noGrp="1"/>
          </p:cNvSpPr>
          <p:nvPr>
            <p:ph type="body" sz="quarter" idx="14" hasCustomPrompt="1"/>
          </p:nvPr>
        </p:nvSpPr>
        <p:spPr>
          <a:xfrm>
            <a:off x="10984613"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a:extLst>
              <a:ext uri="{FF2B5EF4-FFF2-40B4-BE49-F238E27FC236}">
                <a16:creationId xmlns:a16="http://schemas.microsoft.com/office/drawing/2014/main" id="{5687286D-9093-3E54-2006-8C00430BEEF4}"/>
              </a:ext>
            </a:extLst>
          </p:cNvPr>
          <p:cNvSpPr>
            <a:spLocks noGrp="1"/>
          </p:cNvSpPr>
          <p:nvPr>
            <p:ph type="title" hasCustomPrompt="1"/>
          </p:nvPr>
        </p:nvSpPr>
        <p:spPr>
          <a:xfrm>
            <a:off x="432000" y="863600"/>
            <a:ext cx="2587425"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159599"/>
            <a:ext cx="2587425" cy="38332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0" name="Date Placeholder 9">
            <a:extLst>
              <a:ext uri="{FF2B5EF4-FFF2-40B4-BE49-F238E27FC236}">
                <a16:creationId xmlns:a16="http://schemas.microsoft.com/office/drawing/2014/main" id="{1548094B-5847-F423-0863-6965AED232F3}"/>
              </a:ext>
            </a:extLst>
          </p:cNvPr>
          <p:cNvSpPr>
            <a:spLocks noGrp="1"/>
          </p:cNvSpPr>
          <p:nvPr>
            <p:ph type="dt" sz="half" idx="24"/>
          </p:nvPr>
        </p:nvSpPr>
        <p:spPr/>
        <p:txBody>
          <a:bodyPr/>
          <a:lstStyle/>
          <a:p>
            <a:fld id="{9E97E19F-9380-48C5-85B6-B21012F709FB}" type="datetime2">
              <a:rPr lang="zh-CN" altLang="en-US" smtClean="0"/>
              <a:t>2024年3月20日</a:t>
            </a:fld>
            <a:endParaRPr lang="zh-CN" altLang="en-US" dirty="0"/>
          </a:p>
        </p:txBody>
      </p:sp>
      <p:sp>
        <p:nvSpPr>
          <p:cNvPr id="11" name="Footer Placeholder 10">
            <a:extLst>
              <a:ext uri="{FF2B5EF4-FFF2-40B4-BE49-F238E27FC236}">
                <a16:creationId xmlns:a16="http://schemas.microsoft.com/office/drawing/2014/main" id="{E8E7F373-4EF5-1B08-D6D0-2BED222C6BFD}"/>
              </a:ext>
            </a:extLst>
          </p:cNvPr>
          <p:cNvSpPr>
            <a:spLocks noGrp="1"/>
          </p:cNvSpPr>
          <p:nvPr>
            <p:ph type="ftr" sz="quarter" idx="25"/>
          </p:nvPr>
        </p:nvSpPr>
        <p:spPr>
          <a:xfrm>
            <a:off x="2048400" y="6271200"/>
            <a:ext cx="1583850"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93B31CAA-1E21-144C-14AA-55C00871F69D}"/>
              </a:ext>
            </a:extLst>
          </p:cNvPr>
          <p:cNvSpPr>
            <a:spLocks noGrp="1"/>
          </p:cNvSpPr>
          <p:nvPr>
            <p:ph type="sldNum" sz="quarter" idx="26"/>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6166809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picture C">
    <p:bg>
      <p:bgPr>
        <a:solidFill>
          <a:srgbClr val="F3EEEA"/>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3990976" y="0"/>
            <a:ext cx="8201024" cy="68580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8" name="Logo Placeholder 9">
            <a:extLst>
              <a:ext uri="{FF2B5EF4-FFF2-40B4-BE49-F238E27FC236}">
                <a16:creationId xmlns:a16="http://schemas.microsoft.com/office/drawing/2014/main" id="{7B0F4F8D-332F-4E4F-3B7F-279005585A51}"/>
              </a:ext>
            </a:extLst>
          </p:cNvPr>
          <p:cNvSpPr>
            <a:spLocks noGrp="1"/>
          </p:cNvSpPr>
          <p:nvPr>
            <p:ph type="body" sz="quarter" idx="14" hasCustomPrompt="1"/>
          </p:nvPr>
        </p:nvSpPr>
        <p:spPr>
          <a:xfrm>
            <a:off x="10984613"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a:extLst>
              <a:ext uri="{FF2B5EF4-FFF2-40B4-BE49-F238E27FC236}">
                <a16:creationId xmlns:a16="http://schemas.microsoft.com/office/drawing/2014/main" id="{5687286D-9093-3E54-2006-8C00430BEEF4}"/>
              </a:ext>
            </a:extLst>
          </p:cNvPr>
          <p:cNvSpPr>
            <a:spLocks noGrp="1"/>
          </p:cNvSpPr>
          <p:nvPr>
            <p:ph type="title" hasCustomPrompt="1"/>
          </p:nvPr>
        </p:nvSpPr>
        <p:spPr>
          <a:xfrm>
            <a:off x="432000" y="863600"/>
            <a:ext cx="2587425"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159599"/>
            <a:ext cx="2587425" cy="38332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0" name="Date Placeholder 9">
            <a:extLst>
              <a:ext uri="{FF2B5EF4-FFF2-40B4-BE49-F238E27FC236}">
                <a16:creationId xmlns:a16="http://schemas.microsoft.com/office/drawing/2014/main" id="{4039726C-2352-E5B0-37A7-FDA710E1F216}"/>
              </a:ext>
            </a:extLst>
          </p:cNvPr>
          <p:cNvSpPr>
            <a:spLocks noGrp="1"/>
          </p:cNvSpPr>
          <p:nvPr>
            <p:ph type="dt" sz="half" idx="24"/>
          </p:nvPr>
        </p:nvSpPr>
        <p:spPr/>
        <p:txBody>
          <a:bodyPr/>
          <a:lstStyle/>
          <a:p>
            <a:fld id="{45693C53-3544-4452-857E-54C6D5FCAB16}" type="datetime2">
              <a:rPr lang="zh-CN" altLang="en-US" smtClean="0"/>
              <a:t>2024年3月20日</a:t>
            </a:fld>
            <a:endParaRPr lang="zh-CN" altLang="en-US" dirty="0"/>
          </a:p>
        </p:txBody>
      </p:sp>
      <p:sp>
        <p:nvSpPr>
          <p:cNvPr id="11" name="Footer Placeholder 10">
            <a:extLst>
              <a:ext uri="{FF2B5EF4-FFF2-40B4-BE49-F238E27FC236}">
                <a16:creationId xmlns:a16="http://schemas.microsoft.com/office/drawing/2014/main" id="{77C0C69A-09B6-92AF-CEDB-A406E55050CB}"/>
              </a:ext>
            </a:extLst>
          </p:cNvPr>
          <p:cNvSpPr>
            <a:spLocks noGrp="1"/>
          </p:cNvSpPr>
          <p:nvPr>
            <p:ph type="ftr" sz="quarter" idx="25"/>
          </p:nvPr>
        </p:nvSpPr>
        <p:spPr>
          <a:xfrm>
            <a:off x="2048400" y="6271200"/>
            <a:ext cx="1583850"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6BAAEE34-85CE-DB94-DFA5-A1D8E59B4939}"/>
              </a:ext>
            </a:extLst>
          </p:cNvPr>
          <p:cNvSpPr>
            <a:spLocks noGrp="1"/>
          </p:cNvSpPr>
          <p:nvPr>
            <p:ph type="sldNum" sz="quarter" idx="26"/>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32964249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picture F">
    <p:bg>
      <p:bgPr>
        <a:solidFill>
          <a:srgbClr val="F3EEEA"/>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6904038" y="0"/>
            <a:ext cx="5287961" cy="68580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8" name="Logo Placeholder 9">
            <a:extLst>
              <a:ext uri="{FF2B5EF4-FFF2-40B4-BE49-F238E27FC236}">
                <a16:creationId xmlns:a16="http://schemas.microsoft.com/office/drawing/2014/main" id="{7B0F4F8D-332F-4E4F-3B7F-279005585A51}"/>
              </a:ext>
            </a:extLst>
          </p:cNvPr>
          <p:cNvSpPr>
            <a:spLocks noGrp="1"/>
          </p:cNvSpPr>
          <p:nvPr>
            <p:ph type="body" sz="quarter" idx="14" hasCustomPrompt="1"/>
          </p:nvPr>
        </p:nvSpPr>
        <p:spPr>
          <a:xfrm>
            <a:off x="10984613"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a:extLst>
              <a:ext uri="{FF2B5EF4-FFF2-40B4-BE49-F238E27FC236}">
                <a16:creationId xmlns:a16="http://schemas.microsoft.com/office/drawing/2014/main" id="{5687286D-9093-3E54-2006-8C00430BEEF4}"/>
              </a:ext>
            </a:extLst>
          </p:cNvPr>
          <p:cNvSpPr>
            <a:spLocks noGrp="1"/>
          </p:cNvSpPr>
          <p:nvPr>
            <p:ph type="title" hasCustomPrompt="1"/>
          </p:nvPr>
        </p:nvSpPr>
        <p:spPr>
          <a:xfrm>
            <a:off x="432000" y="863600"/>
            <a:ext cx="5500488"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159599"/>
            <a:ext cx="2587425" cy="38332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3344865" y="2159599"/>
            <a:ext cx="2587424" cy="38332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3" name="Date Placeholder 2">
            <a:extLst>
              <a:ext uri="{FF2B5EF4-FFF2-40B4-BE49-F238E27FC236}">
                <a16:creationId xmlns:a16="http://schemas.microsoft.com/office/drawing/2014/main" id="{789A0F82-1F04-1433-780D-43245296694B}"/>
              </a:ext>
            </a:extLst>
          </p:cNvPr>
          <p:cNvSpPr>
            <a:spLocks noGrp="1"/>
          </p:cNvSpPr>
          <p:nvPr>
            <p:ph type="dt" sz="half" idx="24"/>
          </p:nvPr>
        </p:nvSpPr>
        <p:spPr/>
        <p:txBody>
          <a:bodyPr/>
          <a:lstStyle/>
          <a:p>
            <a:fld id="{8DB52AB8-5268-4628-A9BA-B9CC45F8A1A8}" type="datetime2">
              <a:rPr lang="zh-CN" altLang="en-US" smtClean="0"/>
              <a:t>2024年3月20日</a:t>
            </a:fld>
            <a:endParaRPr lang="zh-CN" altLang="en-US" dirty="0"/>
          </a:p>
        </p:txBody>
      </p:sp>
      <p:sp>
        <p:nvSpPr>
          <p:cNvPr id="4" name="Footer Placeholder 3">
            <a:extLst>
              <a:ext uri="{FF2B5EF4-FFF2-40B4-BE49-F238E27FC236}">
                <a16:creationId xmlns:a16="http://schemas.microsoft.com/office/drawing/2014/main" id="{BA197C4B-7D31-8BD7-17D6-39126FAAEFB7}"/>
              </a:ext>
            </a:extLst>
          </p:cNvPr>
          <p:cNvSpPr>
            <a:spLocks noGrp="1"/>
          </p:cNvSpPr>
          <p:nvPr>
            <p:ph type="ftr" sz="quarter" idx="25"/>
          </p:nvPr>
        </p:nvSpPr>
        <p:spPr>
          <a:xfrm>
            <a:off x="2048400" y="6271200"/>
            <a:ext cx="3884088" cy="180000"/>
          </a:xfrm>
        </p:spPr>
        <p:txBody>
          <a:bodyPr/>
          <a:lstStyle/>
          <a:p>
            <a:endParaRPr lang="zh-CN" altLang="en-US" dirty="0"/>
          </a:p>
        </p:txBody>
      </p:sp>
      <p:sp>
        <p:nvSpPr>
          <p:cNvPr id="5" name="Slide Number Placeholder 4">
            <a:extLst>
              <a:ext uri="{FF2B5EF4-FFF2-40B4-BE49-F238E27FC236}">
                <a16:creationId xmlns:a16="http://schemas.microsoft.com/office/drawing/2014/main" id="{01502068-5840-6383-7A3E-9105714A89EA}"/>
              </a:ext>
            </a:extLst>
          </p:cNvPr>
          <p:cNvSpPr>
            <a:spLocks noGrp="1"/>
          </p:cNvSpPr>
          <p:nvPr>
            <p:ph type="sldNum" sz="quarter" idx="26"/>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5940354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picture 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0" y="0"/>
            <a:ext cx="12192000" cy="36360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8" name="Logo Placeholder 9">
            <a:extLst>
              <a:ext uri="{FF2B5EF4-FFF2-40B4-BE49-F238E27FC236}">
                <a16:creationId xmlns:a16="http://schemas.microsoft.com/office/drawing/2014/main" id="{7B0F4F8D-332F-4E4F-3B7F-279005585A51}"/>
              </a:ext>
            </a:extLst>
          </p:cNvPr>
          <p:cNvSpPr>
            <a:spLocks noGrp="1"/>
          </p:cNvSpPr>
          <p:nvPr>
            <p:ph type="body" sz="quarter" idx="14" hasCustomPrompt="1"/>
          </p:nvPr>
        </p:nvSpPr>
        <p:spPr>
          <a:xfrm>
            <a:off x="10984613"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a:extLst>
              <a:ext uri="{FF2B5EF4-FFF2-40B4-BE49-F238E27FC236}">
                <a16:creationId xmlns:a16="http://schemas.microsoft.com/office/drawing/2014/main" id="{5687286D-9093-3E54-2006-8C00430BEEF4}"/>
              </a:ext>
            </a:extLst>
          </p:cNvPr>
          <p:cNvSpPr>
            <a:spLocks noGrp="1"/>
          </p:cNvSpPr>
          <p:nvPr>
            <p:ph type="title" hasCustomPrompt="1"/>
          </p:nvPr>
        </p:nvSpPr>
        <p:spPr>
          <a:xfrm>
            <a:off x="432000" y="4143599"/>
            <a:ext cx="2587425" cy="1847927"/>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14825" y="4143598"/>
            <a:ext cx="2589213" cy="1849215"/>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6" name="Date Placeholder 5">
            <a:extLst>
              <a:ext uri="{FF2B5EF4-FFF2-40B4-BE49-F238E27FC236}">
                <a16:creationId xmlns:a16="http://schemas.microsoft.com/office/drawing/2014/main" id="{D5CE144D-A48B-B651-6421-2E3839D10158}"/>
              </a:ext>
            </a:extLst>
          </p:cNvPr>
          <p:cNvSpPr>
            <a:spLocks noGrp="1"/>
          </p:cNvSpPr>
          <p:nvPr>
            <p:ph type="dt" sz="half" idx="24"/>
          </p:nvPr>
        </p:nvSpPr>
        <p:spPr/>
        <p:txBody>
          <a:bodyPr/>
          <a:lstStyle/>
          <a:p>
            <a:fld id="{F8F6BDFD-AE1E-4C30-B909-E26AB8F94B29}" type="datetime2">
              <a:rPr lang="zh-CN" altLang="en-US" smtClean="0"/>
              <a:t>2024年3月20日</a:t>
            </a:fld>
            <a:endParaRPr lang="zh-CN" altLang="en-US" dirty="0"/>
          </a:p>
        </p:txBody>
      </p:sp>
      <p:sp>
        <p:nvSpPr>
          <p:cNvPr id="11" name="Footer Placeholder 10">
            <a:extLst>
              <a:ext uri="{FF2B5EF4-FFF2-40B4-BE49-F238E27FC236}">
                <a16:creationId xmlns:a16="http://schemas.microsoft.com/office/drawing/2014/main" id="{79C3BBAE-C30C-E8E8-585D-15B666127ABE}"/>
              </a:ext>
            </a:extLst>
          </p:cNvPr>
          <p:cNvSpPr>
            <a:spLocks noGrp="1"/>
          </p:cNvSpPr>
          <p:nvPr>
            <p:ph type="ftr" sz="quarter" idx="25"/>
          </p:nvPr>
        </p:nvSpPr>
        <p:spPr/>
        <p:txBody>
          <a:bodyPr/>
          <a:lstStyle/>
          <a:p>
            <a:endParaRPr lang="zh-CN" altLang="en-US" dirty="0"/>
          </a:p>
        </p:txBody>
      </p:sp>
      <p:sp>
        <p:nvSpPr>
          <p:cNvPr id="12" name="Slide Number Placeholder 11">
            <a:extLst>
              <a:ext uri="{FF2B5EF4-FFF2-40B4-BE49-F238E27FC236}">
                <a16:creationId xmlns:a16="http://schemas.microsoft.com/office/drawing/2014/main" id="{EF83F022-3943-A7D5-E55F-3A04F0389993}"/>
              </a:ext>
            </a:extLst>
          </p:cNvPr>
          <p:cNvSpPr>
            <a:spLocks noGrp="1"/>
          </p:cNvSpPr>
          <p:nvPr>
            <p:ph type="sldNum" sz="quarter" idx="26"/>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2843000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picture H">
    <p:bg>
      <p:bgPr>
        <a:solidFill>
          <a:srgbClr val="F3EEEA"/>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3FBAB97-30FA-5D51-9E1F-C5A8FF6479ED}"/>
              </a:ext>
            </a:extLst>
          </p:cNvPr>
          <p:cNvSpPr>
            <a:spLocks noGrp="1"/>
          </p:cNvSpPr>
          <p:nvPr>
            <p:ph type="pic" sz="quarter" idx="23" hasCustomPrompt="1"/>
          </p:nvPr>
        </p:nvSpPr>
        <p:spPr>
          <a:xfrm>
            <a:off x="0" y="0"/>
            <a:ext cx="12192000" cy="3636000"/>
          </a:xfrm>
          <a:solidFill>
            <a:schemeClr val="bg1">
              <a:lumMod val="85000"/>
            </a:schemeClr>
          </a:solidFill>
        </p:spPr>
        <p:txBody>
          <a:bodyPr tIns="576000" anchor="ctr" anchorCtr="0"/>
          <a:lstStyle>
            <a:lvl1pPr marL="0" indent="0" algn="ctr">
              <a:buNone/>
              <a:defRPr/>
            </a:lvl1pPr>
          </a:lstStyle>
          <a:p>
            <a:r>
              <a:rPr lang="en-US" altLang="zh-CN"/>
              <a:t>Click to add picture</a:t>
            </a:r>
            <a:endParaRPr lang="zh-CN" altLang="en-US" dirty="0"/>
          </a:p>
        </p:txBody>
      </p:sp>
      <p:sp>
        <p:nvSpPr>
          <p:cNvPr id="8" name="Logo Placeholder 9">
            <a:extLst>
              <a:ext uri="{FF2B5EF4-FFF2-40B4-BE49-F238E27FC236}">
                <a16:creationId xmlns:a16="http://schemas.microsoft.com/office/drawing/2014/main" id="{7B0F4F8D-332F-4E4F-3B7F-279005585A51}"/>
              </a:ext>
            </a:extLst>
          </p:cNvPr>
          <p:cNvSpPr>
            <a:spLocks noGrp="1"/>
          </p:cNvSpPr>
          <p:nvPr>
            <p:ph type="body" sz="quarter" idx="14" hasCustomPrompt="1"/>
          </p:nvPr>
        </p:nvSpPr>
        <p:spPr>
          <a:xfrm>
            <a:off x="10984613"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a:extLst>
              <a:ext uri="{FF2B5EF4-FFF2-40B4-BE49-F238E27FC236}">
                <a16:creationId xmlns:a16="http://schemas.microsoft.com/office/drawing/2014/main" id="{5687286D-9093-3E54-2006-8C00430BEEF4}"/>
              </a:ext>
            </a:extLst>
          </p:cNvPr>
          <p:cNvSpPr>
            <a:spLocks noGrp="1"/>
          </p:cNvSpPr>
          <p:nvPr>
            <p:ph type="title" hasCustomPrompt="1"/>
          </p:nvPr>
        </p:nvSpPr>
        <p:spPr>
          <a:xfrm>
            <a:off x="432000" y="4143599"/>
            <a:ext cx="2587425" cy="1847927"/>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14825" y="4143598"/>
            <a:ext cx="2589213" cy="1849215"/>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6" name="Date Placeholder 5">
            <a:extLst>
              <a:ext uri="{FF2B5EF4-FFF2-40B4-BE49-F238E27FC236}">
                <a16:creationId xmlns:a16="http://schemas.microsoft.com/office/drawing/2014/main" id="{94D53BCA-6A78-D761-D137-762E30CAF560}"/>
              </a:ext>
            </a:extLst>
          </p:cNvPr>
          <p:cNvSpPr>
            <a:spLocks noGrp="1"/>
          </p:cNvSpPr>
          <p:nvPr>
            <p:ph type="dt" sz="half" idx="24"/>
          </p:nvPr>
        </p:nvSpPr>
        <p:spPr/>
        <p:txBody>
          <a:bodyPr/>
          <a:lstStyle/>
          <a:p>
            <a:fld id="{3956AA34-66E7-47B8-9096-719F0AAF8180}" type="datetime2">
              <a:rPr lang="zh-CN" altLang="en-US" smtClean="0"/>
              <a:t>2024年3月20日</a:t>
            </a:fld>
            <a:endParaRPr lang="zh-CN" altLang="en-US" dirty="0"/>
          </a:p>
        </p:txBody>
      </p:sp>
      <p:sp>
        <p:nvSpPr>
          <p:cNvPr id="11" name="Footer Placeholder 10">
            <a:extLst>
              <a:ext uri="{FF2B5EF4-FFF2-40B4-BE49-F238E27FC236}">
                <a16:creationId xmlns:a16="http://schemas.microsoft.com/office/drawing/2014/main" id="{D6078F26-F7AC-1049-FBAA-9B6D12124255}"/>
              </a:ext>
            </a:extLst>
          </p:cNvPr>
          <p:cNvSpPr>
            <a:spLocks noGrp="1"/>
          </p:cNvSpPr>
          <p:nvPr>
            <p:ph type="ftr" sz="quarter" idx="25"/>
          </p:nvPr>
        </p:nvSpPr>
        <p:spPr/>
        <p:txBody>
          <a:bodyPr/>
          <a:lstStyle/>
          <a:p>
            <a:endParaRPr lang="zh-CN" altLang="en-US" dirty="0"/>
          </a:p>
        </p:txBody>
      </p:sp>
      <p:sp>
        <p:nvSpPr>
          <p:cNvPr id="12" name="Slide Number Placeholder 11">
            <a:extLst>
              <a:ext uri="{FF2B5EF4-FFF2-40B4-BE49-F238E27FC236}">
                <a16:creationId xmlns:a16="http://schemas.microsoft.com/office/drawing/2014/main" id="{32681B75-6E63-9592-329F-10AFD1F20296}"/>
              </a:ext>
            </a:extLst>
          </p:cNvPr>
          <p:cNvSpPr>
            <a:spLocks noGrp="1"/>
          </p:cNvSpPr>
          <p:nvPr>
            <p:ph type="sldNum" sz="quarter" idx="26"/>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35960071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1450F5"/>
        </a:solidFill>
        <a:effectLst/>
      </p:bgPr>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838759A4-5A07-B197-1979-E5734155B68E}"/>
              </a:ext>
            </a:extLst>
          </p:cNvPr>
          <p:cNvSpPr/>
          <p:nvPr userDrawn="1"/>
        </p:nvSpPr>
        <p:spPr>
          <a:xfrm flipH="1">
            <a:off x="3990974" y="-1"/>
            <a:ext cx="8201025" cy="686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zh-CN" altLang="en-US" sz="2000" noProof="0" dirty="0" err="1"/>
          </a:p>
        </p:txBody>
      </p:sp>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bwMode="white">
          <a:xfrm>
            <a:off x="432000" y="863599"/>
            <a:ext cx="2587425" cy="5129213"/>
          </a:xfrm>
        </p:spPr>
        <p:txBody>
          <a:bodyPr/>
          <a:lstStyle>
            <a:lvl1pPr>
              <a:defRPr>
                <a:solidFill>
                  <a:schemeClr val="bg1"/>
                </a:solidFill>
              </a:defRPr>
            </a:lvl1pPr>
          </a:lstStyle>
          <a:p>
            <a:r>
              <a:rPr lang="en-US" altLang="zh-CN"/>
              <a:t>Click to add title</a:t>
            </a:r>
            <a:endParaRPr lang="zh-CN" altLang="en-US" dirty="0"/>
          </a:p>
        </p:txBody>
      </p:sp>
      <p:sp>
        <p:nvSpPr>
          <p:cNvPr id="5" name="Text Placeholder 8">
            <a:extLst>
              <a:ext uri="{FF2B5EF4-FFF2-40B4-BE49-F238E27FC236}">
                <a16:creationId xmlns:a16="http://schemas.microsoft.com/office/drawing/2014/main" id="{A94E8E04-B718-4B51-3AA6-9AEE559BC1D4}"/>
              </a:ext>
            </a:extLst>
          </p:cNvPr>
          <p:cNvSpPr>
            <a:spLocks noGrp="1"/>
          </p:cNvSpPr>
          <p:nvPr>
            <p:ph type="body" sz="quarter" idx="19" hasCustomPrompt="1"/>
          </p:nvPr>
        </p:nvSpPr>
        <p:spPr>
          <a:xfrm>
            <a:off x="5288163" y="863599"/>
            <a:ext cx="4528937" cy="51292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3" name="Date Placeholder 2">
            <a:extLst>
              <a:ext uri="{FF2B5EF4-FFF2-40B4-BE49-F238E27FC236}">
                <a16:creationId xmlns:a16="http://schemas.microsoft.com/office/drawing/2014/main" id="{53B59FF0-6701-A7F5-CAF0-E4EBE21C9800}"/>
              </a:ext>
            </a:extLst>
          </p:cNvPr>
          <p:cNvSpPr>
            <a:spLocks noGrp="1"/>
          </p:cNvSpPr>
          <p:nvPr>
            <p:ph type="dt" sz="half" idx="20"/>
          </p:nvPr>
        </p:nvSpPr>
        <p:spPr/>
        <p:txBody>
          <a:bodyPr/>
          <a:lstStyle>
            <a:lvl1pPr>
              <a:defRPr>
                <a:solidFill>
                  <a:schemeClr val="bg1"/>
                </a:solidFill>
              </a:defRPr>
            </a:lvl1pPr>
          </a:lstStyle>
          <a:p>
            <a:fld id="{69D3DD84-BFDE-467A-B51F-E5E02DB7A949}"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B2EA9796-D719-9C2D-67E1-BC101C7A273B}"/>
              </a:ext>
            </a:extLst>
          </p:cNvPr>
          <p:cNvSpPr>
            <a:spLocks noGrp="1"/>
          </p:cNvSpPr>
          <p:nvPr>
            <p:ph type="ftr" sz="quarter" idx="21"/>
          </p:nvPr>
        </p:nvSpPr>
        <p:spPr>
          <a:xfrm>
            <a:off x="4314824" y="6271200"/>
            <a:ext cx="5502375" cy="180000"/>
          </a:xfrm>
        </p:spPr>
        <p:txBody>
          <a:bodyPr/>
          <a:lstStyle/>
          <a:p>
            <a:endParaRPr lang="zh-CN" altLang="en-US" dirty="0"/>
          </a:p>
        </p:txBody>
      </p:sp>
      <p:sp>
        <p:nvSpPr>
          <p:cNvPr id="12" name="Slide Number Placeholder 11">
            <a:extLst>
              <a:ext uri="{FF2B5EF4-FFF2-40B4-BE49-F238E27FC236}">
                <a16:creationId xmlns:a16="http://schemas.microsoft.com/office/drawing/2014/main" id="{4B54B431-8F25-9151-AC22-F3B4A2A37BA3}"/>
              </a:ext>
            </a:extLst>
          </p:cNvPr>
          <p:cNvSpPr>
            <a:spLocks noGrp="1"/>
          </p:cNvSpPr>
          <p:nvPr>
            <p:ph type="sldNum" sz="quarter" idx="22"/>
          </p:nvPr>
        </p:nvSpPr>
        <p:spPr/>
        <p:txBody>
          <a:bodyPr/>
          <a:lstStyle/>
          <a:p>
            <a:fld id="{23AA811B-2EBD-4900-905E-5BE206449611}" type="slidenum">
              <a:rPr lang="en-US" altLang="zh-CN" smtClean="0"/>
              <a:pPr/>
              <a:t>‹#›</a:t>
            </a:fld>
            <a:endParaRPr lang="zh-CN" altLang="en-US" dirty="0"/>
          </a:p>
        </p:txBody>
      </p:sp>
      <p:pic>
        <p:nvPicPr>
          <p:cNvPr id="7" name="Logo">
            <a:extLst>
              <a:ext uri="{FF2B5EF4-FFF2-40B4-BE49-F238E27FC236}">
                <a16:creationId xmlns:a16="http://schemas.microsoft.com/office/drawing/2014/main" id="{0434882F-14D2-116B-596C-3D34C7F5393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246797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A">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2658F38F-4524-C2A0-B5BC-3CE53225A1B9}"/>
              </a:ext>
            </a:extLst>
          </p:cNvPr>
          <p:cNvSpPr/>
          <p:nvPr userDrawn="1"/>
        </p:nvSpPr>
        <p:spPr>
          <a:xfrm>
            <a:off x="4314826" y="1295400"/>
            <a:ext cx="7443788" cy="46974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zh-CN" altLang="en-US" sz="2000" noProof="0" dirty="0" err="1"/>
          </a:p>
        </p:txBody>
      </p:sp>
      <p:sp>
        <p:nvSpPr>
          <p:cNvPr id="2" name="Title 1">
            <a:extLst>
              <a:ext uri="{FF2B5EF4-FFF2-40B4-BE49-F238E27FC236}">
                <a16:creationId xmlns:a16="http://schemas.microsoft.com/office/drawing/2014/main" id="{39C40001-F849-6AF2-3296-CBD468E7D07A}"/>
              </a:ext>
            </a:extLst>
          </p:cNvPr>
          <p:cNvSpPr>
            <a:spLocks noGrp="1"/>
          </p:cNvSpPr>
          <p:nvPr>
            <p:ph type="title" hasCustomPrompt="1"/>
          </p:nvPr>
        </p:nvSpPr>
        <p:spPr>
          <a:xfrm>
            <a:off x="432000" y="1296000"/>
            <a:ext cx="2587425"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591999"/>
            <a:ext cx="2587425" cy="34008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bwMode="white">
          <a:xfrm>
            <a:off x="4856400" y="2016001"/>
            <a:ext cx="6256100" cy="3320888"/>
          </a:xfrm>
        </p:spPr>
        <p:txBody>
          <a:bodyPr/>
          <a:lstStyle>
            <a:lvl1pPr marL="0" indent="0">
              <a:buFontTx/>
              <a:buNone/>
              <a:defRPr sz="2800">
                <a:solidFill>
                  <a:schemeClr val="bg1"/>
                </a:solidFill>
              </a:defRPr>
            </a:lvl1pPr>
          </a:lstStyle>
          <a:p>
            <a:pPr lvl="0"/>
            <a:r>
              <a:rPr lang="zh-CN" altLang="en-US" sz="2800"/>
              <a:t>”</a:t>
            </a:r>
            <a:r>
              <a:rPr lang="en-US" altLang="zh-CN"/>
              <a:t>Click to add Quotation</a:t>
            </a:r>
            <a:r>
              <a:rPr lang="zh-CN" altLang="en-US" sz="2800"/>
              <a:t>”</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bwMode="white">
          <a:xfrm>
            <a:off x="4856401" y="5338800"/>
            <a:ext cx="6256800" cy="219600"/>
          </a:xfrm>
        </p:spPr>
        <p:txBody>
          <a:bodyPr anchor="b" anchorCtr="0"/>
          <a:lstStyle>
            <a:lvl1pPr marL="0" indent="0">
              <a:buNone/>
              <a:defRPr>
                <a:solidFill>
                  <a:schemeClr val="bg1"/>
                </a:solidFill>
              </a:defRPr>
            </a:lvl1pPr>
          </a:lstStyle>
          <a:p>
            <a:pPr lvl="0"/>
            <a:r>
              <a:rPr lang="en-US" altLang="zh-CN"/>
              <a:t>Click to add Name</a:t>
            </a:r>
            <a:endParaRPr lang="zh-CN" altLang="en-US" dirty="0"/>
          </a:p>
        </p:txBody>
      </p:sp>
      <p:sp>
        <p:nvSpPr>
          <p:cNvPr id="10" name="Date Placeholder 9">
            <a:extLst>
              <a:ext uri="{FF2B5EF4-FFF2-40B4-BE49-F238E27FC236}">
                <a16:creationId xmlns:a16="http://schemas.microsoft.com/office/drawing/2014/main" id="{A8E7AA6F-BFFE-F82D-91CB-6094E875CD44}"/>
              </a:ext>
            </a:extLst>
          </p:cNvPr>
          <p:cNvSpPr>
            <a:spLocks noGrp="1"/>
          </p:cNvSpPr>
          <p:nvPr>
            <p:ph type="dt" sz="half" idx="22"/>
          </p:nvPr>
        </p:nvSpPr>
        <p:spPr/>
        <p:txBody>
          <a:bodyPr/>
          <a:lstStyle/>
          <a:p>
            <a:fld id="{C8FD6801-90AF-4915-82E4-F7861DE5EECC}"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5428E3F5-812B-765C-D40C-EE734C15C0A0}"/>
              </a:ext>
            </a:extLst>
          </p:cNvPr>
          <p:cNvSpPr>
            <a:spLocks noGrp="1"/>
          </p:cNvSpPr>
          <p:nvPr>
            <p:ph type="ftr" sz="quarter" idx="23"/>
          </p:nvPr>
        </p:nvSpPr>
        <p:spPr/>
        <p:txBody>
          <a:bodyPr/>
          <a:lstStyle/>
          <a:p>
            <a:endParaRPr lang="zh-CN" altLang="en-US" dirty="0"/>
          </a:p>
        </p:txBody>
      </p:sp>
      <p:sp>
        <p:nvSpPr>
          <p:cNvPr id="14" name="Slide Number Placeholder 13">
            <a:extLst>
              <a:ext uri="{FF2B5EF4-FFF2-40B4-BE49-F238E27FC236}">
                <a16:creationId xmlns:a16="http://schemas.microsoft.com/office/drawing/2014/main" id="{FD44A73F-D508-6B1B-289D-071BDB4B5807}"/>
              </a:ext>
            </a:extLst>
          </p:cNvPr>
          <p:cNvSpPr>
            <a:spLocks noGrp="1"/>
          </p:cNvSpPr>
          <p:nvPr>
            <p:ph type="sldNum" sz="quarter" idx="24"/>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0F67A741-2B6F-4B01-BB70-250123AA738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756759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B">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2658F38F-4524-C2A0-B5BC-3CE53225A1B9}"/>
              </a:ext>
            </a:extLst>
          </p:cNvPr>
          <p:cNvSpPr/>
          <p:nvPr userDrawn="1"/>
        </p:nvSpPr>
        <p:spPr>
          <a:xfrm>
            <a:off x="4314826" y="1295400"/>
            <a:ext cx="7443788" cy="4697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zh-CN" altLang="en-US" sz="2000" noProof="0" dirty="0" err="1">
              <a:solidFill>
                <a:schemeClr val="tx1"/>
              </a:solidFill>
            </a:endParaRPr>
          </a:p>
        </p:txBody>
      </p:sp>
      <p:sp>
        <p:nvSpPr>
          <p:cNvPr id="2" name="Title 1">
            <a:extLst>
              <a:ext uri="{FF2B5EF4-FFF2-40B4-BE49-F238E27FC236}">
                <a16:creationId xmlns:a16="http://schemas.microsoft.com/office/drawing/2014/main" id="{39C40001-F849-6AF2-3296-CBD468E7D07A}"/>
              </a:ext>
            </a:extLst>
          </p:cNvPr>
          <p:cNvSpPr>
            <a:spLocks noGrp="1"/>
          </p:cNvSpPr>
          <p:nvPr>
            <p:ph type="title" hasCustomPrompt="1"/>
          </p:nvPr>
        </p:nvSpPr>
        <p:spPr>
          <a:xfrm>
            <a:off x="432000" y="1296000"/>
            <a:ext cx="2587425"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591999"/>
            <a:ext cx="2587425" cy="34008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4856400" y="2016001"/>
            <a:ext cx="6256100" cy="3320888"/>
          </a:xfrm>
        </p:spPr>
        <p:txBody>
          <a:bodyPr/>
          <a:lstStyle>
            <a:lvl1pPr marL="0" indent="0">
              <a:buFontTx/>
              <a:buNone/>
              <a:defRPr sz="2800">
                <a:solidFill>
                  <a:schemeClr val="tx1"/>
                </a:solidFill>
              </a:defRPr>
            </a:lvl1pPr>
          </a:lstStyle>
          <a:p>
            <a:pPr lvl="0"/>
            <a:r>
              <a:rPr lang="zh-CN" altLang="en-US" sz="2800"/>
              <a:t>”</a:t>
            </a:r>
            <a:r>
              <a:rPr lang="en-US" altLang="zh-CN"/>
              <a:t>Click to add Quotation</a:t>
            </a:r>
            <a:r>
              <a:rPr lang="zh-CN" altLang="en-US" sz="2800"/>
              <a:t>”</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a:xfrm>
            <a:off x="4856401" y="5338800"/>
            <a:ext cx="6256800" cy="219600"/>
          </a:xfrm>
        </p:spPr>
        <p:txBody>
          <a:bodyPr anchor="b" anchorCtr="0"/>
          <a:lstStyle>
            <a:lvl1pPr marL="0" indent="0">
              <a:buNone/>
              <a:defRPr>
                <a:solidFill>
                  <a:schemeClr val="tx1"/>
                </a:solidFill>
              </a:defRPr>
            </a:lvl1pPr>
          </a:lstStyle>
          <a:p>
            <a:pPr lvl="0"/>
            <a:r>
              <a:rPr lang="en-US" altLang="zh-CN"/>
              <a:t>Click to add Name</a:t>
            </a:r>
            <a:endParaRPr lang="zh-CN" altLang="en-US" dirty="0"/>
          </a:p>
        </p:txBody>
      </p:sp>
      <p:sp>
        <p:nvSpPr>
          <p:cNvPr id="10" name="Date Placeholder 9">
            <a:extLst>
              <a:ext uri="{FF2B5EF4-FFF2-40B4-BE49-F238E27FC236}">
                <a16:creationId xmlns:a16="http://schemas.microsoft.com/office/drawing/2014/main" id="{F192E8A4-1DC1-7E19-7A7B-1BEC88233487}"/>
              </a:ext>
            </a:extLst>
          </p:cNvPr>
          <p:cNvSpPr>
            <a:spLocks noGrp="1"/>
          </p:cNvSpPr>
          <p:nvPr>
            <p:ph type="dt" sz="half" idx="22"/>
          </p:nvPr>
        </p:nvSpPr>
        <p:spPr/>
        <p:txBody>
          <a:bodyPr/>
          <a:lstStyle/>
          <a:p>
            <a:fld id="{56A0E4C0-7CB2-4E22-B413-A7FC732DBBF1}"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E9496A31-36AB-1CBE-E2EB-FB3E970B4F25}"/>
              </a:ext>
            </a:extLst>
          </p:cNvPr>
          <p:cNvSpPr>
            <a:spLocks noGrp="1"/>
          </p:cNvSpPr>
          <p:nvPr>
            <p:ph type="ftr" sz="quarter" idx="23"/>
          </p:nvPr>
        </p:nvSpPr>
        <p:spPr/>
        <p:txBody>
          <a:bodyPr/>
          <a:lstStyle/>
          <a:p>
            <a:endParaRPr lang="zh-CN" altLang="en-US" dirty="0"/>
          </a:p>
        </p:txBody>
      </p:sp>
      <p:sp>
        <p:nvSpPr>
          <p:cNvPr id="14" name="Slide Number Placeholder 13">
            <a:extLst>
              <a:ext uri="{FF2B5EF4-FFF2-40B4-BE49-F238E27FC236}">
                <a16:creationId xmlns:a16="http://schemas.microsoft.com/office/drawing/2014/main" id="{27C5A54F-ABA3-24FC-32D0-9A8929CE35FB}"/>
              </a:ext>
            </a:extLst>
          </p:cNvPr>
          <p:cNvSpPr>
            <a:spLocks noGrp="1"/>
          </p:cNvSpPr>
          <p:nvPr>
            <p:ph type="sldNum" sz="quarter" idx="24"/>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BC205A02-C5FA-2D02-297B-B454914D0AA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2011349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C">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2658F38F-4524-C2A0-B5BC-3CE53225A1B9}"/>
              </a:ext>
            </a:extLst>
          </p:cNvPr>
          <p:cNvSpPr/>
          <p:nvPr userDrawn="1"/>
        </p:nvSpPr>
        <p:spPr>
          <a:xfrm>
            <a:off x="4314826" y="1295400"/>
            <a:ext cx="7443788" cy="4697413"/>
          </a:xfrm>
          <a:prstGeom prst="rect">
            <a:avLst/>
          </a:prstGeom>
          <a:solidFill>
            <a:srgbClr val="FFE14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zh-CN" altLang="en-US" sz="2000" noProof="0" dirty="0" err="1">
              <a:solidFill>
                <a:schemeClr val="tx1"/>
              </a:solidFill>
            </a:endParaRPr>
          </a:p>
        </p:txBody>
      </p:sp>
      <p:sp>
        <p:nvSpPr>
          <p:cNvPr id="2" name="Title 1">
            <a:extLst>
              <a:ext uri="{FF2B5EF4-FFF2-40B4-BE49-F238E27FC236}">
                <a16:creationId xmlns:a16="http://schemas.microsoft.com/office/drawing/2014/main" id="{39C40001-F849-6AF2-3296-CBD468E7D07A}"/>
              </a:ext>
            </a:extLst>
          </p:cNvPr>
          <p:cNvSpPr>
            <a:spLocks noGrp="1"/>
          </p:cNvSpPr>
          <p:nvPr>
            <p:ph type="title" hasCustomPrompt="1"/>
          </p:nvPr>
        </p:nvSpPr>
        <p:spPr>
          <a:xfrm>
            <a:off x="432000" y="1296000"/>
            <a:ext cx="2587425"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591999"/>
            <a:ext cx="2587425" cy="34008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4856400" y="2016001"/>
            <a:ext cx="6256100" cy="3320888"/>
          </a:xfrm>
        </p:spPr>
        <p:txBody>
          <a:bodyPr/>
          <a:lstStyle>
            <a:lvl1pPr marL="0" indent="0">
              <a:buFontTx/>
              <a:buNone/>
              <a:defRPr sz="2800">
                <a:solidFill>
                  <a:schemeClr val="tx1"/>
                </a:solidFill>
              </a:defRPr>
            </a:lvl1pPr>
          </a:lstStyle>
          <a:p>
            <a:pPr lvl="0"/>
            <a:r>
              <a:rPr lang="zh-CN" altLang="en-US" sz="2800"/>
              <a:t>”</a:t>
            </a:r>
            <a:r>
              <a:rPr lang="en-US" altLang="zh-CN"/>
              <a:t>Click to add Quotation</a:t>
            </a:r>
            <a:r>
              <a:rPr lang="zh-CN" altLang="en-US" sz="2800"/>
              <a:t>”</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a:xfrm>
            <a:off x="4856401" y="5338800"/>
            <a:ext cx="6256800" cy="219600"/>
          </a:xfrm>
        </p:spPr>
        <p:txBody>
          <a:bodyPr anchor="b" anchorCtr="0"/>
          <a:lstStyle>
            <a:lvl1pPr marL="0" indent="0">
              <a:buNone/>
              <a:defRPr>
                <a:solidFill>
                  <a:schemeClr val="tx1"/>
                </a:solidFill>
              </a:defRPr>
            </a:lvl1pPr>
          </a:lstStyle>
          <a:p>
            <a:pPr lvl="0"/>
            <a:r>
              <a:rPr lang="en-US" altLang="zh-CN"/>
              <a:t>Click to add Name</a:t>
            </a:r>
            <a:endParaRPr lang="zh-CN" altLang="en-US" dirty="0"/>
          </a:p>
        </p:txBody>
      </p:sp>
      <p:sp>
        <p:nvSpPr>
          <p:cNvPr id="10" name="Date Placeholder 9">
            <a:extLst>
              <a:ext uri="{FF2B5EF4-FFF2-40B4-BE49-F238E27FC236}">
                <a16:creationId xmlns:a16="http://schemas.microsoft.com/office/drawing/2014/main" id="{092D402C-E70D-F27F-FE34-428AAC7083B0}"/>
              </a:ext>
            </a:extLst>
          </p:cNvPr>
          <p:cNvSpPr>
            <a:spLocks noGrp="1"/>
          </p:cNvSpPr>
          <p:nvPr>
            <p:ph type="dt" sz="half" idx="22"/>
          </p:nvPr>
        </p:nvSpPr>
        <p:spPr/>
        <p:txBody>
          <a:bodyPr/>
          <a:lstStyle/>
          <a:p>
            <a:fld id="{9F240455-40A3-41A4-838A-106C736FAB9D}"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B3848934-B7CF-1F66-AC02-555B7CF7B8AA}"/>
              </a:ext>
            </a:extLst>
          </p:cNvPr>
          <p:cNvSpPr>
            <a:spLocks noGrp="1"/>
          </p:cNvSpPr>
          <p:nvPr>
            <p:ph type="ftr" sz="quarter" idx="23"/>
          </p:nvPr>
        </p:nvSpPr>
        <p:spPr/>
        <p:txBody>
          <a:bodyPr/>
          <a:lstStyle/>
          <a:p>
            <a:endParaRPr lang="zh-CN" altLang="en-US" dirty="0"/>
          </a:p>
        </p:txBody>
      </p:sp>
      <p:sp>
        <p:nvSpPr>
          <p:cNvPr id="14" name="Slide Number Placeholder 13">
            <a:extLst>
              <a:ext uri="{FF2B5EF4-FFF2-40B4-BE49-F238E27FC236}">
                <a16:creationId xmlns:a16="http://schemas.microsoft.com/office/drawing/2014/main" id="{D923C8A0-CE7C-6457-D5BB-4B6C4B8D52BE}"/>
              </a:ext>
            </a:extLst>
          </p:cNvPr>
          <p:cNvSpPr>
            <a:spLocks noGrp="1"/>
          </p:cNvSpPr>
          <p:nvPr>
            <p:ph type="sldNum" sz="quarter" idx="24"/>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189B4036-DE21-F095-6304-E424DEE40A2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6808279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D">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2658F38F-4524-C2A0-B5BC-3CE53225A1B9}"/>
              </a:ext>
            </a:extLst>
          </p:cNvPr>
          <p:cNvSpPr/>
          <p:nvPr userDrawn="1"/>
        </p:nvSpPr>
        <p:spPr>
          <a:xfrm>
            <a:off x="4314826" y="1295400"/>
            <a:ext cx="7443788" cy="4697413"/>
          </a:xfrm>
          <a:prstGeom prst="rect">
            <a:avLst/>
          </a:prstGeom>
          <a:solidFill>
            <a:srgbClr val="AAE1C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zh-CN" altLang="en-US" sz="2000" noProof="0" dirty="0" err="1">
              <a:solidFill>
                <a:schemeClr val="tx1"/>
              </a:solidFill>
            </a:endParaRPr>
          </a:p>
        </p:txBody>
      </p:sp>
      <p:sp>
        <p:nvSpPr>
          <p:cNvPr id="2" name="Title 1">
            <a:extLst>
              <a:ext uri="{FF2B5EF4-FFF2-40B4-BE49-F238E27FC236}">
                <a16:creationId xmlns:a16="http://schemas.microsoft.com/office/drawing/2014/main" id="{39C40001-F849-6AF2-3296-CBD468E7D07A}"/>
              </a:ext>
            </a:extLst>
          </p:cNvPr>
          <p:cNvSpPr>
            <a:spLocks noGrp="1"/>
          </p:cNvSpPr>
          <p:nvPr>
            <p:ph type="title" hasCustomPrompt="1"/>
          </p:nvPr>
        </p:nvSpPr>
        <p:spPr>
          <a:xfrm>
            <a:off x="432000" y="1296000"/>
            <a:ext cx="2587425"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592000"/>
            <a:ext cx="2587425" cy="2970000"/>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4856400" y="2016001"/>
            <a:ext cx="6256100" cy="3320888"/>
          </a:xfrm>
        </p:spPr>
        <p:txBody>
          <a:bodyPr/>
          <a:lstStyle>
            <a:lvl1pPr marL="0" indent="0">
              <a:buFontTx/>
              <a:buNone/>
              <a:defRPr sz="2800">
                <a:solidFill>
                  <a:schemeClr val="tx1"/>
                </a:solidFill>
              </a:defRPr>
            </a:lvl1pPr>
          </a:lstStyle>
          <a:p>
            <a:pPr lvl="0"/>
            <a:r>
              <a:rPr lang="zh-CN" altLang="en-US" sz="2800"/>
              <a:t>”</a:t>
            </a:r>
            <a:r>
              <a:rPr lang="en-US" altLang="zh-CN"/>
              <a:t>Click to add Quotation</a:t>
            </a:r>
            <a:r>
              <a:rPr lang="zh-CN" altLang="en-US" sz="2800"/>
              <a:t>”</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a:xfrm>
            <a:off x="4856401" y="5338800"/>
            <a:ext cx="6256800" cy="219600"/>
          </a:xfrm>
        </p:spPr>
        <p:txBody>
          <a:bodyPr anchor="b" anchorCtr="0"/>
          <a:lstStyle>
            <a:lvl1pPr marL="0" indent="0">
              <a:buNone/>
              <a:defRPr>
                <a:solidFill>
                  <a:schemeClr val="tx1"/>
                </a:solidFill>
              </a:defRPr>
            </a:lvl1pPr>
          </a:lstStyle>
          <a:p>
            <a:pPr lvl="0"/>
            <a:r>
              <a:rPr lang="en-US" altLang="zh-CN"/>
              <a:t>Click to add Name</a:t>
            </a:r>
            <a:endParaRPr lang="zh-CN" altLang="en-US" dirty="0"/>
          </a:p>
        </p:txBody>
      </p:sp>
      <p:sp>
        <p:nvSpPr>
          <p:cNvPr id="10" name="Date Placeholder 9">
            <a:extLst>
              <a:ext uri="{FF2B5EF4-FFF2-40B4-BE49-F238E27FC236}">
                <a16:creationId xmlns:a16="http://schemas.microsoft.com/office/drawing/2014/main" id="{B72C83F8-20AE-3E19-9A0D-7BC1312237D2}"/>
              </a:ext>
            </a:extLst>
          </p:cNvPr>
          <p:cNvSpPr>
            <a:spLocks noGrp="1"/>
          </p:cNvSpPr>
          <p:nvPr>
            <p:ph type="dt" sz="half" idx="22"/>
          </p:nvPr>
        </p:nvSpPr>
        <p:spPr/>
        <p:txBody>
          <a:bodyPr/>
          <a:lstStyle/>
          <a:p>
            <a:fld id="{FC67E99F-81FF-4930-B628-B56F468C3722}"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BE92BB4F-4B38-08A3-AF24-AED8916FC2C6}"/>
              </a:ext>
            </a:extLst>
          </p:cNvPr>
          <p:cNvSpPr>
            <a:spLocks noGrp="1"/>
          </p:cNvSpPr>
          <p:nvPr>
            <p:ph type="ftr" sz="quarter" idx="23"/>
          </p:nvPr>
        </p:nvSpPr>
        <p:spPr/>
        <p:txBody>
          <a:bodyPr/>
          <a:lstStyle/>
          <a:p>
            <a:endParaRPr lang="zh-CN" altLang="en-US" dirty="0"/>
          </a:p>
        </p:txBody>
      </p:sp>
      <p:sp>
        <p:nvSpPr>
          <p:cNvPr id="14" name="Slide Number Placeholder 13">
            <a:extLst>
              <a:ext uri="{FF2B5EF4-FFF2-40B4-BE49-F238E27FC236}">
                <a16:creationId xmlns:a16="http://schemas.microsoft.com/office/drawing/2014/main" id="{4312F855-F51A-F62F-2C0E-BBA6E8306760}"/>
              </a:ext>
            </a:extLst>
          </p:cNvPr>
          <p:cNvSpPr>
            <a:spLocks noGrp="1"/>
          </p:cNvSpPr>
          <p:nvPr>
            <p:ph type="sldNum" sz="quarter" idx="24"/>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2CB7C465-163F-71D9-5229-E5543672A3C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4993803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E">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2658F38F-4524-C2A0-B5BC-3CE53225A1B9}"/>
              </a:ext>
            </a:extLst>
          </p:cNvPr>
          <p:cNvSpPr/>
          <p:nvPr userDrawn="1"/>
        </p:nvSpPr>
        <p:spPr>
          <a:xfrm>
            <a:off x="4314826" y="1295400"/>
            <a:ext cx="7443788" cy="4697413"/>
          </a:xfrm>
          <a:prstGeom prst="rect">
            <a:avLst/>
          </a:prstGeom>
          <a:solidFill>
            <a:srgbClr val="D2F5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zh-CN" altLang="en-US" sz="2000" noProof="0" dirty="0" err="1">
              <a:solidFill>
                <a:schemeClr val="tx1"/>
              </a:solidFill>
            </a:endParaRPr>
          </a:p>
        </p:txBody>
      </p:sp>
      <p:sp>
        <p:nvSpPr>
          <p:cNvPr id="2" name="Title 1">
            <a:extLst>
              <a:ext uri="{FF2B5EF4-FFF2-40B4-BE49-F238E27FC236}">
                <a16:creationId xmlns:a16="http://schemas.microsoft.com/office/drawing/2014/main" id="{39C40001-F849-6AF2-3296-CBD468E7D07A}"/>
              </a:ext>
            </a:extLst>
          </p:cNvPr>
          <p:cNvSpPr>
            <a:spLocks noGrp="1"/>
          </p:cNvSpPr>
          <p:nvPr>
            <p:ph type="title" hasCustomPrompt="1"/>
          </p:nvPr>
        </p:nvSpPr>
        <p:spPr>
          <a:xfrm>
            <a:off x="432000" y="1296000"/>
            <a:ext cx="2587425" cy="986400"/>
          </a:xfrm>
        </p:spPr>
        <p:txBody>
          <a:body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2000" y="2591999"/>
            <a:ext cx="2587425" cy="3400813"/>
          </a:xfrm>
        </p:spPr>
        <p:txBody>
          <a:bodyPr/>
          <a:lstStyle>
            <a:lvl1pPr>
              <a:defRPr/>
            </a:lvl1pPr>
          </a:lstStyle>
          <a:p>
            <a:pPr lvl="0"/>
            <a:r>
              <a:rPr lang="en-US" altLang="zh-CN"/>
              <a:t>Click to add text             Enter &amp; TAB to view next text style              SHIFT+TAB to view previous text style</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4856400" y="2016001"/>
            <a:ext cx="6256100" cy="3320888"/>
          </a:xfrm>
        </p:spPr>
        <p:txBody>
          <a:bodyPr/>
          <a:lstStyle>
            <a:lvl1pPr marL="0" indent="0">
              <a:buFontTx/>
              <a:buNone/>
              <a:defRPr sz="2800">
                <a:solidFill>
                  <a:schemeClr val="tx1"/>
                </a:solidFill>
              </a:defRPr>
            </a:lvl1pPr>
          </a:lstStyle>
          <a:p>
            <a:pPr lvl="0"/>
            <a:r>
              <a:rPr lang="zh-CN" altLang="en-US" sz="2800"/>
              <a:t>”</a:t>
            </a:r>
            <a:r>
              <a:rPr lang="en-US" altLang="zh-CN"/>
              <a:t>Click to add Quotation</a:t>
            </a:r>
            <a:r>
              <a:rPr lang="zh-CN" altLang="en-US" sz="2800"/>
              <a:t>”</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a:xfrm>
            <a:off x="4856401" y="5338800"/>
            <a:ext cx="6256800" cy="219600"/>
          </a:xfrm>
        </p:spPr>
        <p:txBody>
          <a:bodyPr anchor="b" anchorCtr="0"/>
          <a:lstStyle>
            <a:lvl1pPr marL="0" indent="0">
              <a:buNone/>
              <a:defRPr>
                <a:solidFill>
                  <a:schemeClr val="tx1"/>
                </a:solidFill>
              </a:defRPr>
            </a:lvl1pPr>
          </a:lstStyle>
          <a:p>
            <a:pPr lvl="0"/>
            <a:r>
              <a:rPr lang="en-US" altLang="zh-CN"/>
              <a:t>Click to add Name</a:t>
            </a:r>
            <a:endParaRPr lang="zh-CN" altLang="en-US" dirty="0"/>
          </a:p>
        </p:txBody>
      </p:sp>
      <p:sp>
        <p:nvSpPr>
          <p:cNvPr id="10" name="Date Placeholder 9">
            <a:extLst>
              <a:ext uri="{FF2B5EF4-FFF2-40B4-BE49-F238E27FC236}">
                <a16:creationId xmlns:a16="http://schemas.microsoft.com/office/drawing/2014/main" id="{8741B102-E610-127C-B041-7F81AE889B8C}"/>
              </a:ext>
            </a:extLst>
          </p:cNvPr>
          <p:cNvSpPr>
            <a:spLocks noGrp="1"/>
          </p:cNvSpPr>
          <p:nvPr>
            <p:ph type="dt" sz="half" idx="22"/>
          </p:nvPr>
        </p:nvSpPr>
        <p:spPr/>
        <p:txBody>
          <a:bodyPr/>
          <a:lstStyle/>
          <a:p>
            <a:fld id="{A69FE002-5676-43B2-B10C-28455FB8A283}" type="datetime2">
              <a:rPr lang="zh-CN" altLang="en-US" smtClean="0"/>
              <a:t>2024年3月20日</a:t>
            </a:fld>
            <a:endParaRPr lang="zh-CN" altLang="en-US" dirty="0"/>
          </a:p>
        </p:txBody>
      </p:sp>
      <p:sp>
        <p:nvSpPr>
          <p:cNvPr id="12" name="Footer Placeholder 11">
            <a:extLst>
              <a:ext uri="{FF2B5EF4-FFF2-40B4-BE49-F238E27FC236}">
                <a16:creationId xmlns:a16="http://schemas.microsoft.com/office/drawing/2014/main" id="{405FD77D-59E5-67F7-D58C-B34E6ED7C70E}"/>
              </a:ext>
            </a:extLst>
          </p:cNvPr>
          <p:cNvSpPr>
            <a:spLocks noGrp="1"/>
          </p:cNvSpPr>
          <p:nvPr>
            <p:ph type="ftr" sz="quarter" idx="23"/>
          </p:nvPr>
        </p:nvSpPr>
        <p:spPr/>
        <p:txBody>
          <a:bodyPr/>
          <a:lstStyle/>
          <a:p>
            <a:endParaRPr lang="zh-CN" altLang="en-US" dirty="0"/>
          </a:p>
        </p:txBody>
      </p:sp>
      <p:sp>
        <p:nvSpPr>
          <p:cNvPr id="14" name="Slide Number Placeholder 13">
            <a:extLst>
              <a:ext uri="{FF2B5EF4-FFF2-40B4-BE49-F238E27FC236}">
                <a16:creationId xmlns:a16="http://schemas.microsoft.com/office/drawing/2014/main" id="{66746BEF-1234-B799-0E08-B0E57B3C4F40}"/>
              </a:ext>
            </a:extLst>
          </p:cNvPr>
          <p:cNvSpPr>
            <a:spLocks noGrp="1"/>
          </p:cNvSpPr>
          <p:nvPr>
            <p:ph type="sldNum" sz="quarter" idx="24"/>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113806DF-5A9E-9F08-C018-250920DD594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7841559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24pt) and foot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D909-49D5-40E7-8A46-904F4218013D}"/>
              </a:ext>
            </a:extLst>
          </p:cNvPr>
          <p:cNvSpPr>
            <a:spLocks noGrp="1"/>
          </p:cNvSpPr>
          <p:nvPr>
            <p:ph type="title" hasCustomPrompt="1"/>
          </p:nvPr>
        </p:nvSpPr>
        <p:spPr>
          <a:xfrm>
            <a:off x="432000" y="863600"/>
            <a:ext cx="9710113" cy="431800"/>
          </a:xfrm>
        </p:spPr>
        <p:txBody>
          <a:bodyPr/>
          <a:lstStyle>
            <a:lvl1pPr>
              <a:defRPr sz="2400"/>
            </a:lvl1pPr>
          </a:lstStyle>
          <a:p>
            <a:r>
              <a:rPr lang="en-US" altLang="zh-CN"/>
              <a:t>Click to add title</a:t>
            </a:r>
            <a:endParaRPr lang="zh-CN" altLang="en-US" dirty="0"/>
          </a:p>
        </p:txBody>
      </p:sp>
      <p:sp>
        <p:nvSpPr>
          <p:cNvPr id="5" name="Date Placeholder 4">
            <a:extLst>
              <a:ext uri="{FF2B5EF4-FFF2-40B4-BE49-F238E27FC236}">
                <a16:creationId xmlns:a16="http://schemas.microsoft.com/office/drawing/2014/main" id="{02017694-2C08-CDA5-FB30-ED947262666F}"/>
              </a:ext>
            </a:extLst>
          </p:cNvPr>
          <p:cNvSpPr>
            <a:spLocks noGrp="1"/>
          </p:cNvSpPr>
          <p:nvPr>
            <p:ph type="dt" sz="half" idx="10"/>
          </p:nvPr>
        </p:nvSpPr>
        <p:spPr/>
        <p:txBody>
          <a:bodyPr/>
          <a:lstStyle/>
          <a:p>
            <a:fld id="{E3B79BD4-E8E9-488C-964D-B279A026FCF0}"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60222690-853A-A5B5-6680-A5FA3302B9DB}"/>
              </a:ext>
            </a:extLst>
          </p:cNvPr>
          <p:cNvSpPr>
            <a:spLocks noGrp="1"/>
          </p:cNvSpPr>
          <p:nvPr>
            <p:ph type="ftr" sz="quarter" idx="11"/>
          </p:nvPr>
        </p:nvSpPr>
        <p:spPr/>
        <p:txBody>
          <a:bodyPr/>
          <a:lstStyle/>
          <a:p>
            <a:endParaRPr lang="zh-CN" altLang="en-US" dirty="0"/>
          </a:p>
        </p:txBody>
      </p:sp>
      <p:sp>
        <p:nvSpPr>
          <p:cNvPr id="10" name="Slide Number Placeholder 9">
            <a:extLst>
              <a:ext uri="{FF2B5EF4-FFF2-40B4-BE49-F238E27FC236}">
                <a16:creationId xmlns:a16="http://schemas.microsoft.com/office/drawing/2014/main" id="{38DB6DAB-7347-72B4-71DA-C337628E3798}"/>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3" name="Logo">
            <a:extLst>
              <a:ext uri="{FF2B5EF4-FFF2-40B4-BE49-F238E27FC236}">
                <a16:creationId xmlns:a16="http://schemas.microsoft.com/office/drawing/2014/main" id="{E0DB8D2A-3840-68DF-003B-B520FE62DF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4508886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ullslide picture">
    <p:bg>
      <p:bgPr>
        <a:solidFill>
          <a:srgbClr val="F3EEEA"/>
        </a:solidFill>
        <a:effectLst/>
      </p:bgPr>
    </p:bg>
    <p:spTree>
      <p:nvGrpSpPr>
        <p:cNvPr id="1" name=""/>
        <p:cNvGrpSpPr/>
        <p:nvPr/>
      </p:nvGrpSpPr>
      <p:grpSpPr>
        <a:xfrm>
          <a:off x="0" y="0"/>
          <a:ext cx="0" cy="0"/>
          <a:chOff x="0" y="0"/>
          <a:chExt cx="0" cy="0"/>
        </a:xfrm>
      </p:grpSpPr>
      <p:sp>
        <p:nvSpPr>
          <p:cNvPr id="5" name="Picture Placeholder 16">
            <a:extLst>
              <a:ext uri="{FF2B5EF4-FFF2-40B4-BE49-F238E27FC236}">
                <a16:creationId xmlns:a16="http://schemas.microsoft.com/office/drawing/2014/main" id="{D11BA8F4-B1CE-D43E-C7A4-49D237FA4EE3}"/>
              </a:ext>
            </a:extLst>
          </p:cNvPr>
          <p:cNvSpPr>
            <a:spLocks noGrp="1"/>
          </p:cNvSpPr>
          <p:nvPr>
            <p:ph type="pic" sz="quarter" idx="23" hasCustomPrompt="1"/>
          </p:nvPr>
        </p:nvSpPr>
        <p:spPr>
          <a:xfrm>
            <a:off x="0" y="0"/>
            <a:ext cx="12192000" cy="6858000"/>
          </a:xfrm>
          <a:noFill/>
        </p:spPr>
        <p:txBody>
          <a:bodyPr tIns="576000" anchor="ctr" anchorCtr="0"/>
          <a:lstStyle>
            <a:lvl1pPr marL="0" indent="0" algn="ctr">
              <a:buNone/>
              <a:defRPr/>
            </a:lvl1pPr>
          </a:lstStyle>
          <a:p>
            <a:r>
              <a:rPr lang="en-US" altLang="zh-CN"/>
              <a:t>Click to add picture</a:t>
            </a:r>
            <a:endParaRPr lang="zh-CN" altLang="en-US" dirty="0"/>
          </a:p>
        </p:txBody>
      </p:sp>
      <p:sp>
        <p:nvSpPr>
          <p:cNvPr id="6" name="Date Placeholder 5" hidden="1">
            <a:extLst>
              <a:ext uri="{FF2B5EF4-FFF2-40B4-BE49-F238E27FC236}">
                <a16:creationId xmlns:a16="http://schemas.microsoft.com/office/drawing/2014/main" id="{F44D272B-052B-425E-B542-2DC70D8B5964}"/>
              </a:ext>
            </a:extLst>
          </p:cNvPr>
          <p:cNvSpPr>
            <a:spLocks noGrp="1"/>
          </p:cNvSpPr>
          <p:nvPr>
            <p:ph type="dt" sz="half" idx="10"/>
          </p:nvPr>
        </p:nvSpPr>
        <p:spPr>
          <a:xfrm>
            <a:off x="0" y="6858000"/>
            <a:ext cx="0" cy="0"/>
          </a:xfrm>
        </p:spPr>
        <p:txBody>
          <a:bodyPr/>
          <a:lstStyle>
            <a:lvl1pPr>
              <a:defRPr>
                <a:noFill/>
              </a:defRPr>
            </a:lvl1pPr>
          </a:lstStyle>
          <a:p>
            <a:fld id="{D65CB05C-71E2-4FD4-8F18-71F271D8C428}" type="datetime2">
              <a:rPr lang="zh-CN" altLang="en-US" smtClean="0"/>
              <a:t>2024年3月20日</a:t>
            </a:fld>
            <a:endParaRPr lang="zh-CN" altLang="en-US" dirty="0"/>
          </a:p>
        </p:txBody>
      </p:sp>
      <p:sp>
        <p:nvSpPr>
          <p:cNvPr id="7" name="Footer Placeholder 6" hidden="1">
            <a:extLst>
              <a:ext uri="{FF2B5EF4-FFF2-40B4-BE49-F238E27FC236}">
                <a16:creationId xmlns:a16="http://schemas.microsoft.com/office/drawing/2014/main" id="{1779E54E-5372-4FD5-9BB9-A13E7931DE14}"/>
              </a:ext>
            </a:extLst>
          </p:cNvPr>
          <p:cNvSpPr>
            <a:spLocks noGrp="1"/>
          </p:cNvSpPr>
          <p:nvPr>
            <p:ph type="ftr" sz="quarter" idx="11"/>
          </p:nvPr>
        </p:nvSpPr>
        <p:spPr>
          <a:xfrm>
            <a:off x="0" y="6858000"/>
            <a:ext cx="0" cy="0"/>
          </a:xfrm>
        </p:spPr>
        <p:txBody>
          <a:bodyPr/>
          <a:lstStyle>
            <a:lvl1pPr>
              <a:defRPr>
                <a:noFill/>
              </a:defRPr>
            </a:lvl1pPr>
          </a:lstStyle>
          <a:p>
            <a:endParaRPr lang="zh-CN" altLang="en-US" dirty="0"/>
          </a:p>
        </p:txBody>
      </p:sp>
      <p:sp>
        <p:nvSpPr>
          <p:cNvPr id="8" name="Slide Number Placeholder 7" hidden="1">
            <a:extLst>
              <a:ext uri="{FF2B5EF4-FFF2-40B4-BE49-F238E27FC236}">
                <a16:creationId xmlns:a16="http://schemas.microsoft.com/office/drawing/2014/main" id="{50DA71C2-845C-4AD9-A7C4-08E016602B74}"/>
              </a:ext>
            </a:extLst>
          </p:cNvPr>
          <p:cNvSpPr>
            <a:spLocks noGrp="1"/>
          </p:cNvSpPr>
          <p:nvPr>
            <p:ph type="sldNum" sz="quarter" idx="12"/>
          </p:nvPr>
        </p:nvSpPr>
        <p:spPr>
          <a:xfrm>
            <a:off x="0" y="6858000"/>
            <a:ext cx="0" cy="0"/>
          </a:xfrm>
        </p:spPr>
        <p:txBody>
          <a:bodyPr/>
          <a:lstStyle>
            <a:lvl1pPr>
              <a:defRPr>
                <a:noFill/>
              </a:defRPr>
            </a:lvl1pPr>
          </a:lstStyle>
          <a:p>
            <a:fld id="{23AA811B-2EBD-4900-905E-5BE206449611}" type="slidenum">
              <a:rPr lang="en-US" altLang="zh-CN" smtClean="0"/>
              <a:pPr/>
              <a:t>‹#›</a:t>
            </a:fld>
            <a:endParaRPr lang="zh-CN" altLang="en-US" dirty="0"/>
          </a:p>
        </p:txBody>
      </p:sp>
      <p:sp>
        <p:nvSpPr>
          <p:cNvPr id="10" name="Logo Placeholder 9">
            <a:extLst>
              <a:ext uri="{FF2B5EF4-FFF2-40B4-BE49-F238E27FC236}">
                <a16:creationId xmlns:a16="http://schemas.microsoft.com/office/drawing/2014/main" id="{CE22BD77-E2E9-E32A-DC7E-C1D59BCE1B05}"/>
              </a:ext>
            </a:extLst>
          </p:cNvPr>
          <p:cNvSpPr>
            <a:spLocks noGrp="1"/>
          </p:cNvSpPr>
          <p:nvPr>
            <p:ph type="body" sz="quarter" idx="24" hasCustomPrompt="1"/>
          </p:nvPr>
        </p:nvSpPr>
        <p:spPr>
          <a:xfrm>
            <a:off x="10984613" y="432000"/>
            <a:ext cx="774000" cy="299738"/>
          </a:xfrm>
          <a:blipFill>
            <a:blip r:embed="rId2"/>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Tree>
    <p:extLst>
      <p:ext uri="{BB962C8B-B14F-4D97-AF65-F5344CB8AC3E}">
        <p14:creationId xmlns:p14="http://schemas.microsoft.com/office/powerpoint/2010/main" val="3839448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ullslide video">
    <p:bg>
      <p:bgPr>
        <a:solidFill>
          <a:srgbClr val="F3EEEA"/>
        </a:solidFill>
        <a:effectLst/>
      </p:bgPr>
    </p:bg>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id="{EE4868A2-D799-1A78-E721-B8741B168880}"/>
              </a:ext>
            </a:extLst>
          </p:cNvPr>
          <p:cNvSpPr>
            <a:spLocks noGrp="1"/>
          </p:cNvSpPr>
          <p:nvPr>
            <p:ph type="media" sz="quarter" idx="25" hasCustomPrompt="1"/>
          </p:nvPr>
        </p:nvSpPr>
        <p:spPr>
          <a:xfrm>
            <a:off x="0" y="0"/>
            <a:ext cx="12192000" cy="6858000"/>
          </a:xfrm>
        </p:spPr>
        <p:txBody>
          <a:bodyPr tIns="576000" anchor="ctr" anchorCtr="0"/>
          <a:lstStyle>
            <a:lvl1pPr marL="0" indent="0" algn="ctr">
              <a:buNone/>
              <a:defRPr/>
            </a:lvl1pPr>
          </a:lstStyle>
          <a:p>
            <a:r>
              <a:rPr lang="en-US" altLang="zh-CN"/>
              <a:t>Click to add media</a:t>
            </a:r>
            <a:endParaRPr lang="zh-CN" altLang="en-US" dirty="0"/>
          </a:p>
        </p:txBody>
      </p:sp>
      <p:sp>
        <p:nvSpPr>
          <p:cNvPr id="6" name="Date Placeholder 5" hidden="1">
            <a:extLst>
              <a:ext uri="{FF2B5EF4-FFF2-40B4-BE49-F238E27FC236}">
                <a16:creationId xmlns:a16="http://schemas.microsoft.com/office/drawing/2014/main" id="{F44D272B-052B-425E-B542-2DC70D8B5964}"/>
              </a:ext>
            </a:extLst>
          </p:cNvPr>
          <p:cNvSpPr>
            <a:spLocks noGrp="1"/>
          </p:cNvSpPr>
          <p:nvPr>
            <p:ph type="dt" sz="half" idx="10"/>
          </p:nvPr>
        </p:nvSpPr>
        <p:spPr>
          <a:xfrm>
            <a:off x="0" y="6858000"/>
            <a:ext cx="0" cy="0"/>
          </a:xfrm>
        </p:spPr>
        <p:txBody>
          <a:bodyPr/>
          <a:lstStyle>
            <a:lvl1pPr>
              <a:defRPr>
                <a:noFill/>
              </a:defRPr>
            </a:lvl1pPr>
          </a:lstStyle>
          <a:p>
            <a:fld id="{24FD206F-851A-4CE9-93EE-55ED1EB42E2E}" type="datetime2">
              <a:rPr lang="zh-CN" altLang="en-US" smtClean="0"/>
              <a:t>2024年3月20日</a:t>
            </a:fld>
            <a:endParaRPr lang="zh-CN" altLang="en-US" dirty="0"/>
          </a:p>
        </p:txBody>
      </p:sp>
      <p:sp>
        <p:nvSpPr>
          <p:cNvPr id="7" name="Footer Placeholder 6" hidden="1">
            <a:extLst>
              <a:ext uri="{FF2B5EF4-FFF2-40B4-BE49-F238E27FC236}">
                <a16:creationId xmlns:a16="http://schemas.microsoft.com/office/drawing/2014/main" id="{1779E54E-5372-4FD5-9BB9-A13E7931DE14}"/>
              </a:ext>
            </a:extLst>
          </p:cNvPr>
          <p:cNvSpPr>
            <a:spLocks noGrp="1"/>
          </p:cNvSpPr>
          <p:nvPr>
            <p:ph type="ftr" sz="quarter" idx="11"/>
          </p:nvPr>
        </p:nvSpPr>
        <p:spPr>
          <a:xfrm>
            <a:off x="0" y="6858000"/>
            <a:ext cx="0" cy="0"/>
          </a:xfrm>
        </p:spPr>
        <p:txBody>
          <a:bodyPr/>
          <a:lstStyle>
            <a:lvl1pPr>
              <a:defRPr>
                <a:noFill/>
              </a:defRPr>
            </a:lvl1pPr>
          </a:lstStyle>
          <a:p>
            <a:endParaRPr lang="zh-CN" altLang="en-US" dirty="0"/>
          </a:p>
        </p:txBody>
      </p:sp>
      <p:sp>
        <p:nvSpPr>
          <p:cNvPr id="8" name="Slide Number Placeholder 7" hidden="1">
            <a:extLst>
              <a:ext uri="{FF2B5EF4-FFF2-40B4-BE49-F238E27FC236}">
                <a16:creationId xmlns:a16="http://schemas.microsoft.com/office/drawing/2014/main" id="{50DA71C2-845C-4AD9-A7C4-08E016602B74}"/>
              </a:ext>
            </a:extLst>
          </p:cNvPr>
          <p:cNvSpPr>
            <a:spLocks noGrp="1"/>
          </p:cNvSpPr>
          <p:nvPr>
            <p:ph type="sldNum" sz="quarter" idx="12"/>
          </p:nvPr>
        </p:nvSpPr>
        <p:spPr>
          <a:xfrm>
            <a:off x="0" y="6858000"/>
            <a:ext cx="0" cy="0"/>
          </a:xfrm>
        </p:spPr>
        <p:txBody>
          <a:bodyPr/>
          <a:lstStyle>
            <a:lvl1pPr>
              <a:defRPr>
                <a:noFill/>
              </a:defRPr>
            </a:lvl1pPr>
          </a:lstStyle>
          <a:p>
            <a:fld id="{23AA811B-2EBD-4900-905E-5BE206449611}" type="slidenum">
              <a:rPr lang="en-US" altLang="zh-CN" smtClean="0"/>
              <a:pPr/>
              <a:t>‹#›</a:t>
            </a:fld>
            <a:endParaRPr lang="zh-CN" altLang="en-US" dirty="0"/>
          </a:p>
        </p:txBody>
      </p:sp>
      <p:sp>
        <p:nvSpPr>
          <p:cNvPr id="10" name="Logo Placeholder 9">
            <a:extLst>
              <a:ext uri="{FF2B5EF4-FFF2-40B4-BE49-F238E27FC236}">
                <a16:creationId xmlns:a16="http://schemas.microsoft.com/office/drawing/2014/main" id="{CE22BD77-E2E9-E32A-DC7E-C1D59BCE1B05}"/>
              </a:ext>
            </a:extLst>
          </p:cNvPr>
          <p:cNvSpPr>
            <a:spLocks noGrp="1"/>
          </p:cNvSpPr>
          <p:nvPr>
            <p:ph type="body" sz="quarter" idx="24" hasCustomPrompt="1"/>
          </p:nvPr>
        </p:nvSpPr>
        <p:spPr>
          <a:xfrm>
            <a:off x="10984613" y="432000"/>
            <a:ext cx="774000" cy="299738"/>
          </a:xfrm>
          <a:blipFill>
            <a:blip r:embed="rId2"/>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Tree>
    <p:extLst>
      <p:ext uri="{BB962C8B-B14F-4D97-AF65-F5344CB8AC3E}">
        <p14:creationId xmlns:p14="http://schemas.microsoft.com/office/powerpoint/2010/main" val="41616822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A">
    <p:bg>
      <p:bgRef idx="1001">
        <a:schemeClr val="bg2"/>
      </p:bgRef>
    </p:bg>
    <p:spTree>
      <p:nvGrpSpPr>
        <p:cNvPr id="1" name=""/>
        <p:cNvGrpSpPr/>
        <p:nvPr/>
      </p:nvGrpSpPr>
      <p:grpSpPr>
        <a:xfrm>
          <a:off x="0" y="0"/>
          <a:ext cx="0" cy="0"/>
          <a:chOff x="0" y="0"/>
          <a:chExt cx="0" cy="0"/>
        </a:xfrm>
      </p:grpSpPr>
      <p:grpSp>
        <p:nvGrpSpPr>
          <p:cNvPr id="12" name="Logo">
            <a:extLst>
              <a:ext uri="{FF2B5EF4-FFF2-40B4-BE49-F238E27FC236}">
                <a16:creationId xmlns:a16="http://schemas.microsoft.com/office/drawing/2014/main" id="{6143D2DB-0BBC-FAD2-E870-1C4330C4CA4A}"/>
              </a:ext>
            </a:extLst>
          </p:cNvPr>
          <p:cNvGrpSpPr/>
          <p:nvPr userDrawn="1"/>
        </p:nvGrpSpPr>
        <p:grpSpPr bwMode="hidden">
          <a:xfrm>
            <a:off x="10984614" y="432000"/>
            <a:ext cx="773998" cy="299738"/>
            <a:chOff x="10984614" y="432000"/>
            <a:chExt cx="773998" cy="299738"/>
          </a:xfrm>
        </p:grpSpPr>
        <p:sp>
          <p:nvSpPr>
            <p:cNvPr id="10" name="Rectangle 9">
              <a:extLst>
                <a:ext uri="{FF2B5EF4-FFF2-40B4-BE49-F238E27FC236}">
                  <a16:creationId xmlns:a16="http://schemas.microsoft.com/office/drawing/2014/main" id="{9C994A74-A713-2963-46C6-115E3CB3656D}"/>
                </a:ext>
              </a:extLst>
            </p:cNvPr>
            <p:cNvSpPr/>
            <p:nvPr userDrawn="1"/>
          </p:nvSpPr>
          <p:spPr bwMode="hidden">
            <a:xfrm>
              <a:off x="10993660" y="442431"/>
              <a:ext cx="756986" cy="277268"/>
            </a:xfrm>
            <a:prstGeom prst="rect">
              <a:avLst/>
            </a:prstGeom>
            <a:solidFill>
              <a:srgbClr val="1450F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zh-CN" altLang="en-US" sz="2000" noProof="0" dirty="0" err="1"/>
            </a:p>
          </p:txBody>
        </p:sp>
        <p:pic>
          <p:nvPicPr>
            <p:cNvPr id="8" name="Logo">
              <a:extLst>
                <a:ext uri="{FF2B5EF4-FFF2-40B4-BE49-F238E27FC236}">
                  <a16:creationId xmlns:a16="http://schemas.microsoft.com/office/drawing/2014/main" id="{292BFD0E-CBEB-8340-A2C6-4E50BDF81CB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hidden">
            <a:xfrm>
              <a:off x="10984614" y="432000"/>
              <a:ext cx="773998" cy="299738"/>
            </a:xfrm>
            <a:prstGeom prst="rect">
              <a:avLst/>
            </a:prstGeom>
          </p:spPr>
        </p:pic>
      </p:grpSp>
      <p:sp>
        <p:nvSpPr>
          <p:cNvPr id="14" name="Title 13">
            <a:extLst>
              <a:ext uri="{FF2B5EF4-FFF2-40B4-BE49-F238E27FC236}">
                <a16:creationId xmlns:a16="http://schemas.microsoft.com/office/drawing/2014/main" id="{6220F1F0-F158-E8CE-BF97-A847FD8A76AF}"/>
              </a:ext>
            </a:extLst>
          </p:cNvPr>
          <p:cNvSpPr>
            <a:spLocks noGrp="1"/>
          </p:cNvSpPr>
          <p:nvPr>
            <p:ph type="title" hasCustomPrompt="1"/>
          </p:nvPr>
        </p:nvSpPr>
        <p:spPr>
          <a:xfrm>
            <a:off x="432000" y="1295999"/>
            <a:ext cx="11325600" cy="4265013"/>
          </a:xfrm>
        </p:spPr>
        <p:txBody>
          <a:bodyPr/>
          <a:lstStyle>
            <a:lvl1pPr>
              <a:defRPr sz="7200"/>
            </a:lvl1pPr>
          </a:lstStyle>
          <a:p>
            <a:r>
              <a:rPr lang="en-US" altLang="zh-CN"/>
              <a:t>Click to add title</a:t>
            </a:r>
            <a:endParaRPr lang="zh-CN" altLang="en-US" dirty="0"/>
          </a:p>
        </p:txBody>
      </p:sp>
      <p:sp>
        <p:nvSpPr>
          <p:cNvPr id="2" name="Date Placeholder 1">
            <a:extLst>
              <a:ext uri="{FF2B5EF4-FFF2-40B4-BE49-F238E27FC236}">
                <a16:creationId xmlns:a16="http://schemas.microsoft.com/office/drawing/2014/main" id="{594FEC3E-6E6B-4102-7F2D-D02DABBAB1A3}"/>
              </a:ext>
            </a:extLst>
          </p:cNvPr>
          <p:cNvSpPr>
            <a:spLocks noGrp="1"/>
          </p:cNvSpPr>
          <p:nvPr>
            <p:ph type="dt" sz="half" idx="10"/>
          </p:nvPr>
        </p:nvSpPr>
        <p:spPr/>
        <p:txBody>
          <a:bodyPr/>
          <a:lstStyle/>
          <a:p>
            <a:fld id="{81B97B5F-5407-4527-81AD-ECD5B4F36E13}"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F4C2AC78-251C-03D3-ADF1-289B507C0202}"/>
              </a:ext>
            </a:extLst>
          </p:cNvPr>
          <p:cNvSpPr>
            <a:spLocks noGrp="1"/>
          </p:cNvSpPr>
          <p:nvPr>
            <p:ph type="ftr" sz="quarter" idx="11"/>
          </p:nvPr>
        </p:nvSpPr>
        <p:spPr/>
        <p:txBody>
          <a:bodyPr/>
          <a:lstStyle/>
          <a:p>
            <a:endParaRPr lang="zh-CN" altLang="en-US" dirty="0"/>
          </a:p>
        </p:txBody>
      </p:sp>
      <p:sp>
        <p:nvSpPr>
          <p:cNvPr id="11" name="Slide Number Placeholder 10">
            <a:extLst>
              <a:ext uri="{FF2B5EF4-FFF2-40B4-BE49-F238E27FC236}">
                <a16:creationId xmlns:a16="http://schemas.microsoft.com/office/drawing/2014/main" id="{9D95647F-A8D8-291E-EC18-4F5FEE3AD8ED}"/>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34811887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tatement B">
    <p:bg>
      <p:bgRef idx="1001">
        <a:schemeClr val="bg2"/>
      </p:bgRef>
    </p:bg>
    <p:spTree>
      <p:nvGrpSpPr>
        <p:cNvPr id="1" name=""/>
        <p:cNvGrpSpPr/>
        <p:nvPr/>
      </p:nvGrpSpPr>
      <p:grpSpPr>
        <a:xfrm>
          <a:off x="0" y="0"/>
          <a:ext cx="0" cy="0"/>
          <a:chOff x="0" y="0"/>
          <a:chExt cx="0" cy="0"/>
        </a:xfrm>
      </p:grpSpPr>
      <p:grpSp>
        <p:nvGrpSpPr>
          <p:cNvPr id="12" name="Logo">
            <a:extLst>
              <a:ext uri="{FF2B5EF4-FFF2-40B4-BE49-F238E27FC236}">
                <a16:creationId xmlns:a16="http://schemas.microsoft.com/office/drawing/2014/main" id="{6143D2DB-0BBC-FAD2-E870-1C4330C4CA4A}"/>
              </a:ext>
            </a:extLst>
          </p:cNvPr>
          <p:cNvGrpSpPr/>
          <p:nvPr userDrawn="1"/>
        </p:nvGrpSpPr>
        <p:grpSpPr bwMode="hidden">
          <a:xfrm>
            <a:off x="10984614" y="432000"/>
            <a:ext cx="773998" cy="299738"/>
            <a:chOff x="10984614" y="432000"/>
            <a:chExt cx="773998" cy="299738"/>
          </a:xfrm>
        </p:grpSpPr>
        <p:sp>
          <p:nvSpPr>
            <p:cNvPr id="10" name="Rectangle 9">
              <a:extLst>
                <a:ext uri="{FF2B5EF4-FFF2-40B4-BE49-F238E27FC236}">
                  <a16:creationId xmlns:a16="http://schemas.microsoft.com/office/drawing/2014/main" id="{9C994A74-A713-2963-46C6-115E3CB3656D}"/>
                </a:ext>
              </a:extLst>
            </p:cNvPr>
            <p:cNvSpPr/>
            <p:nvPr userDrawn="1"/>
          </p:nvSpPr>
          <p:spPr bwMode="hidden">
            <a:xfrm>
              <a:off x="10993660" y="442431"/>
              <a:ext cx="756986" cy="277268"/>
            </a:xfrm>
            <a:prstGeom prst="rect">
              <a:avLst/>
            </a:prstGeom>
            <a:solidFill>
              <a:srgbClr val="1450F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zh-CN" altLang="en-US" sz="2000" noProof="0" dirty="0" err="1"/>
            </a:p>
          </p:txBody>
        </p:sp>
        <p:pic>
          <p:nvPicPr>
            <p:cNvPr id="8" name="Logo">
              <a:extLst>
                <a:ext uri="{FF2B5EF4-FFF2-40B4-BE49-F238E27FC236}">
                  <a16:creationId xmlns:a16="http://schemas.microsoft.com/office/drawing/2014/main" id="{292BFD0E-CBEB-8340-A2C6-4E50BDF81CB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hidden">
            <a:xfrm>
              <a:off x="10984614" y="432000"/>
              <a:ext cx="773998" cy="299738"/>
            </a:xfrm>
            <a:prstGeom prst="rect">
              <a:avLst/>
            </a:prstGeom>
          </p:spPr>
        </p:pic>
      </p:grpSp>
      <p:sp>
        <p:nvSpPr>
          <p:cNvPr id="14" name="Title 13">
            <a:extLst>
              <a:ext uri="{FF2B5EF4-FFF2-40B4-BE49-F238E27FC236}">
                <a16:creationId xmlns:a16="http://schemas.microsoft.com/office/drawing/2014/main" id="{6220F1F0-F158-E8CE-BF97-A847FD8A76AF}"/>
              </a:ext>
            </a:extLst>
          </p:cNvPr>
          <p:cNvSpPr>
            <a:spLocks noGrp="1"/>
          </p:cNvSpPr>
          <p:nvPr>
            <p:ph type="title" hasCustomPrompt="1"/>
          </p:nvPr>
        </p:nvSpPr>
        <p:spPr>
          <a:xfrm>
            <a:off x="439861" y="876610"/>
            <a:ext cx="9385100" cy="1476000"/>
          </a:xfrm>
        </p:spPr>
        <p:txBody>
          <a:bodyPr/>
          <a:lstStyle>
            <a:lvl1pPr>
              <a:defRPr sz="4800"/>
            </a:lvl1pPr>
          </a:lstStyle>
          <a:p>
            <a:r>
              <a:rPr lang="en-US" altLang="zh-CN"/>
              <a:t>Click to add title</a:t>
            </a:r>
            <a:endParaRPr lang="zh-CN" altLang="en-US" dirty="0"/>
          </a:p>
        </p:txBody>
      </p:sp>
      <p:sp>
        <p:nvSpPr>
          <p:cNvPr id="9" name="Text Placeholder 8">
            <a:extLst>
              <a:ext uri="{FF2B5EF4-FFF2-40B4-BE49-F238E27FC236}">
                <a16:creationId xmlns:a16="http://schemas.microsoft.com/office/drawing/2014/main" id="{6C6BB329-308F-2B07-525C-A23C252C62A9}"/>
              </a:ext>
            </a:extLst>
          </p:cNvPr>
          <p:cNvSpPr>
            <a:spLocks noGrp="1"/>
          </p:cNvSpPr>
          <p:nvPr>
            <p:ph type="body" sz="quarter" idx="19" hasCustomPrompt="1"/>
          </p:nvPr>
        </p:nvSpPr>
        <p:spPr>
          <a:xfrm>
            <a:off x="439861" y="3468610"/>
            <a:ext cx="3559421" cy="252420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ltLang="zh-CN"/>
              <a:t>Click to add text                               Enter &amp; TAB to view next text style              SHIFT+TAB to view previous text style</a:t>
            </a:r>
          </a:p>
          <a:p>
            <a:pPr lvl="1"/>
            <a:r>
              <a:rPr lang="en-US" altLang="zh-CN"/>
              <a:t>2</a:t>
            </a:r>
            <a:endParaRPr lang="zh-CN" altLang="en-US" dirty="0"/>
          </a:p>
          <a:p>
            <a:pPr lvl="2"/>
            <a:r>
              <a:rPr lang="en-US" altLang="zh-CN"/>
              <a:t>3</a:t>
            </a:r>
            <a:endParaRPr lang="zh-CN" altLang="en-US" dirty="0"/>
          </a:p>
          <a:p>
            <a:pPr lvl="3"/>
            <a:r>
              <a:rPr lang="en-US" altLang="zh-CN"/>
              <a:t>4</a:t>
            </a:r>
            <a:endParaRPr lang="zh-CN" altLang="en-US" dirty="0"/>
          </a:p>
        </p:txBody>
      </p:sp>
      <p:sp>
        <p:nvSpPr>
          <p:cNvPr id="11" name="Text Placeholder 10">
            <a:extLst>
              <a:ext uri="{FF2B5EF4-FFF2-40B4-BE49-F238E27FC236}">
                <a16:creationId xmlns:a16="http://schemas.microsoft.com/office/drawing/2014/main" id="{77C9EADE-506B-A4E6-ED55-A3564833E654}"/>
              </a:ext>
            </a:extLst>
          </p:cNvPr>
          <p:cNvSpPr>
            <a:spLocks noGrp="1"/>
          </p:cNvSpPr>
          <p:nvPr>
            <p:ph type="body" sz="quarter" idx="20" hasCustomPrompt="1"/>
          </p:nvPr>
        </p:nvSpPr>
        <p:spPr>
          <a:xfrm>
            <a:off x="4314824" y="3468610"/>
            <a:ext cx="3560763" cy="252420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ltLang="zh-CN"/>
              <a:t>Click to add text                               Enter &amp; TAB to view next text style              SHIFT+TAB to view previous text style</a:t>
            </a:r>
          </a:p>
          <a:p>
            <a:pPr lvl="1"/>
            <a:r>
              <a:rPr lang="en-US" altLang="zh-CN"/>
              <a:t>2</a:t>
            </a:r>
            <a:endParaRPr lang="zh-CN" altLang="en-US" dirty="0"/>
          </a:p>
          <a:p>
            <a:pPr lvl="2"/>
            <a:r>
              <a:rPr lang="en-US" altLang="zh-CN"/>
              <a:t>3</a:t>
            </a:r>
            <a:endParaRPr lang="zh-CN" altLang="en-US" dirty="0"/>
          </a:p>
          <a:p>
            <a:pPr lvl="3"/>
            <a:r>
              <a:rPr lang="en-US" altLang="zh-CN"/>
              <a:t>4</a:t>
            </a:r>
            <a:endParaRPr lang="zh-CN" altLang="en-US" dirty="0"/>
          </a:p>
        </p:txBody>
      </p:sp>
      <p:sp>
        <p:nvSpPr>
          <p:cNvPr id="13" name="Text Placeholder 12">
            <a:extLst>
              <a:ext uri="{FF2B5EF4-FFF2-40B4-BE49-F238E27FC236}">
                <a16:creationId xmlns:a16="http://schemas.microsoft.com/office/drawing/2014/main" id="{54469062-D008-CE4C-1CA5-EB4E87B2D904}"/>
              </a:ext>
            </a:extLst>
          </p:cNvPr>
          <p:cNvSpPr>
            <a:spLocks noGrp="1"/>
          </p:cNvSpPr>
          <p:nvPr>
            <p:ph type="body" sz="quarter" idx="21" hasCustomPrompt="1"/>
          </p:nvPr>
        </p:nvSpPr>
        <p:spPr>
          <a:xfrm>
            <a:off x="8199437" y="3468610"/>
            <a:ext cx="3559175" cy="252420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ltLang="zh-CN"/>
              <a:t>Click to add text                               Enter &amp; TAB to view next text style              SHIFT+TAB to view previous text style</a:t>
            </a:r>
          </a:p>
          <a:p>
            <a:pPr lvl="1"/>
            <a:r>
              <a:rPr lang="en-US" altLang="zh-CN"/>
              <a:t>2</a:t>
            </a:r>
            <a:endParaRPr lang="zh-CN" altLang="en-US" dirty="0"/>
          </a:p>
          <a:p>
            <a:pPr lvl="2"/>
            <a:r>
              <a:rPr lang="en-US" altLang="zh-CN"/>
              <a:t>3</a:t>
            </a:r>
            <a:endParaRPr lang="zh-CN" altLang="en-US" dirty="0"/>
          </a:p>
          <a:p>
            <a:pPr lvl="3"/>
            <a:r>
              <a:rPr lang="en-US" altLang="zh-CN"/>
              <a:t>4</a:t>
            </a:r>
            <a:endParaRPr lang="zh-CN" altLang="en-US" dirty="0"/>
          </a:p>
        </p:txBody>
      </p:sp>
      <p:sp>
        <p:nvSpPr>
          <p:cNvPr id="2" name="Date Placeholder 1">
            <a:extLst>
              <a:ext uri="{FF2B5EF4-FFF2-40B4-BE49-F238E27FC236}">
                <a16:creationId xmlns:a16="http://schemas.microsoft.com/office/drawing/2014/main" id="{686F72AC-0AEB-CD4E-C353-516E3FCCA9D0}"/>
              </a:ext>
            </a:extLst>
          </p:cNvPr>
          <p:cNvSpPr>
            <a:spLocks noGrp="1"/>
          </p:cNvSpPr>
          <p:nvPr>
            <p:ph type="dt" sz="half" idx="22"/>
          </p:nvPr>
        </p:nvSpPr>
        <p:spPr/>
        <p:txBody>
          <a:bodyPr/>
          <a:lstStyle/>
          <a:p>
            <a:fld id="{BF1D2EB9-0467-47CB-9BBF-BDC857E38095}" type="datetime2">
              <a:rPr lang="zh-CN" altLang="en-US" smtClean="0"/>
              <a:t>2024年3月20日</a:t>
            </a:fld>
            <a:endParaRPr lang="zh-CN" altLang="en-US" dirty="0"/>
          </a:p>
        </p:txBody>
      </p:sp>
      <p:sp>
        <p:nvSpPr>
          <p:cNvPr id="15" name="Footer Placeholder 14">
            <a:extLst>
              <a:ext uri="{FF2B5EF4-FFF2-40B4-BE49-F238E27FC236}">
                <a16:creationId xmlns:a16="http://schemas.microsoft.com/office/drawing/2014/main" id="{156277EE-36AD-DEB4-1972-00F04ED2AFAA}"/>
              </a:ext>
            </a:extLst>
          </p:cNvPr>
          <p:cNvSpPr>
            <a:spLocks noGrp="1"/>
          </p:cNvSpPr>
          <p:nvPr>
            <p:ph type="ftr" sz="quarter" idx="23"/>
          </p:nvPr>
        </p:nvSpPr>
        <p:spPr/>
        <p:txBody>
          <a:bodyPr/>
          <a:lstStyle/>
          <a:p>
            <a:endParaRPr lang="zh-CN" altLang="en-US" dirty="0"/>
          </a:p>
        </p:txBody>
      </p:sp>
      <p:sp>
        <p:nvSpPr>
          <p:cNvPr id="16" name="Slide Number Placeholder 15">
            <a:extLst>
              <a:ext uri="{FF2B5EF4-FFF2-40B4-BE49-F238E27FC236}">
                <a16:creationId xmlns:a16="http://schemas.microsoft.com/office/drawing/2014/main" id="{D062844C-2CF7-7E8F-5231-1181389A33B4}"/>
              </a:ext>
            </a:extLst>
          </p:cNvPr>
          <p:cNvSpPr>
            <a:spLocks noGrp="1"/>
          </p:cNvSpPr>
          <p:nvPr>
            <p:ph type="sldNum" sz="quarter" idx="24"/>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159553782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tem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a:xfrm>
            <a:off x="432000" y="863600"/>
            <a:ext cx="9385100" cy="1728000"/>
          </a:xfrm>
        </p:spPr>
        <p:txBody>
          <a:bodyPr/>
          <a:lstStyle>
            <a:lvl1pPr>
              <a:defRPr sz="4800"/>
            </a:lvl1p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3455600"/>
            <a:ext cx="5180400" cy="2537213"/>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6256800" y="3455600"/>
            <a:ext cx="3560400" cy="2537213"/>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p:txBody>
      </p:sp>
      <p:sp>
        <p:nvSpPr>
          <p:cNvPr id="8" name="Date Placeholder 7">
            <a:extLst>
              <a:ext uri="{FF2B5EF4-FFF2-40B4-BE49-F238E27FC236}">
                <a16:creationId xmlns:a16="http://schemas.microsoft.com/office/drawing/2014/main" id="{4931AF2F-9DAA-B62C-4FD4-F4C9743CDEAA}"/>
              </a:ext>
            </a:extLst>
          </p:cNvPr>
          <p:cNvSpPr>
            <a:spLocks noGrp="1"/>
          </p:cNvSpPr>
          <p:nvPr>
            <p:ph type="dt" sz="half" idx="10"/>
          </p:nvPr>
        </p:nvSpPr>
        <p:spPr/>
        <p:txBody>
          <a:bodyPr/>
          <a:lstStyle/>
          <a:p>
            <a:fld id="{A1067000-9E97-4B55-8230-3B64AC9C39B1}"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52745B97-C128-A763-F7C6-47AC50A6E900}"/>
              </a:ext>
            </a:extLst>
          </p:cNvPr>
          <p:cNvSpPr>
            <a:spLocks noGrp="1"/>
          </p:cNvSpPr>
          <p:nvPr>
            <p:ph type="ftr" sz="quarter" idx="11"/>
          </p:nvPr>
        </p:nvSpPr>
        <p:spPr/>
        <p:txBody>
          <a:bodyPr/>
          <a:lstStyle/>
          <a:p>
            <a:endParaRPr lang="zh-CN" altLang="en-US" dirty="0"/>
          </a:p>
        </p:txBody>
      </p:sp>
      <p:sp>
        <p:nvSpPr>
          <p:cNvPr id="10" name="Slide Number Placeholder 9">
            <a:extLst>
              <a:ext uri="{FF2B5EF4-FFF2-40B4-BE49-F238E27FC236}">
                <a16:creationId xmlns:a16="http://schemas.microsoft.com/office/drawing/2014/main" id="{5EE97C30-0CD9-55CE-45C7-0000B8B5727C}"/>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513F162A-57B9-D888-A5CF-041FD8CE395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8604812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tatement D">
    <p:bg>
      <p:bgPr>
        <a:solidFill>
          <a:srgbClr val="F3EEE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a:xfrm>
            <a:off x="432000" y="863600"/>
            <a:ext cx="9385100" cy="1728000"/>
          </a:xfrm>
        </p:spPr>
        <p:txBody>
          <a:bodyPr/>
          <a:lstStyle>
            <a:lvl1pPr>
              <a:defRPr sz="4800"/>
            </a:lvl1p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3455599"/>
            <a:ext cx="5180400" cy="2537213"/>
          </a:xfrm>
        </p:spPr>
        <p:txBody>
          <a:bodyPr/>
          <a:lstStyle>
            <a:lvl1pPr>
              <a:defRPr/>
            </a:lvl1pPr>
            <a:lvl5pPr>
              <a:defRPr/>
            </a:lvl5pPr>
          </a:lstStyle>
          <a:p>
            <a:pPr lvl="0"/>
            <a:r>
              <a:rPr lang="en-US" altLang="zh-CN" noProof="0"/>
              <a:t>Click to add text                                                                Enter &amp; TAB to view next text style                                     SHIFT+TAB to view previous text style</a:t>
            </a:r>
          </a:p>
          <a:p>
            <a:pPr lvl="1"/>
            <a:r>
              <a:rPr lang="en-US" altLang="zh-CN" noProof="0"/>
              <a:t>Second level</a:t>
            </a:r>
            <a:endParaRPr lang="zh-CN" altLang="en-US" noProof="0" dirty="0"/>
          </a:p>
          <a:p>
            <a:pPr lvl="2"/>
            <a:r>
              <a:rPr lang="en-US" altLang="zh-CN" noProof="0"/>
              <a:t>Third level</a:t>
            </a:r>
            <a:endParaRPr lang="zh-CN" altLang="en-US" noProof="0" dirty="0"/>
          </a:p>
          <a:p>
            <a:pPr lvl="3"/>
            <a:r>
              <a:rPr lang="en-US" altLang="zh-CN" noProof="0"/>
              <a:t>Fourth level</a:t>
            </a:r>
            <a:endParaRPr lang="zh-CN" altLang="en-US" noProof="0"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6256800" y="3455599"/>
            <a:ext cx="3560400" cy="2537213"/>
          </a:xfrm>
        </p:spPr>
        <p:txBody>
          <a:bodyPr/>
          <a:lstStyle>
            <a:lvl1pPr>
              <a:defRPr/>
            </a:lvl1pPr>
            <a:lvl5pPr>
              <a:defRPr/>
            </a:lvl5pPr>
          </a:lstStyle>
          <a:p>
            <a:pPr lvl="0"/>
            <a:r>
              <a:rPr lang="en-US" altLang="zh-CN" noProof="0"/>
              <a:t>Click to add text                                 Enter &amp; TAB to view next text style       SHIFT+TAB to view previous text style</a:t>
            </a:r>
            <a:endParaRPr lang="zh-CN" altLang="en-US" dirty="0"/>
          </a:p>
          <a:p>
            <a:pPr lvl="1"/>
            <a:r>
              <a:rPr lang="en-US" altLang="zh-CN"/>
              <a:t>Second level</a:t>
            </a:r>
            <a:endParaRPr lang="zh-CN" altLang="en-US" dirty="0"/>
          </a:p>
          <a:p>
            <a:pPr lvl="2"/>
            <a:r>
              <a:rPr lang="en-US" altLang="zh-CN"/>
              <a:t>Third level</a:t>
            </a:r>
            <a:endParaRPr lang="zh-CN" altLang="en-US" dirty="0"/>
          </a:p>
          <a:p>
            <a:pPr lvl="3"/>
            <a:r>
              <a:rPr lang="en-US" altLang="zh-CN"/>
              <a:t>Fourth level</a:t>
            </a:r>
            <a:endParaRPr lang="zh-CN" altLang="en-US" dirty="0"/>
          </a:p>
        </p:txBody>
      </p:sp>
      <p:sp>
        <p:nvSpPr>
          <p:cNvPr id="8" name="Date Placeholder 7">
            <a:extLst>
              <a:ext uri="{FF2B5EF4-FFF2-40B4-BE49-F238E27FC236}">
                <a16:creationId xmlns:a16="http://schemas.microsoft.com/office/drawing/2014/main" id="{4931AF2F-9DAA-B62C-4FD4-F4C9743CDEAA}"/>
              </a:ext>
            </a:extLst>
          </p:cNvPr>
          <p:cNvSpPr>
            <a:spLocks noGrp="1"/>
          </p:cNvSpPr>
          <p:nvPr>
            <p:ph type="dt" sz="half" idx="10"/>
          </p:nvPr>
        </p:nvSpPr>
        <p:spPr/>
        <p:txBody>
          <a:bodyPr/>
          <a:lstStyle/>
          <a:p>
            <a:fld id="{C67329E4-28E0-4398-9AAF-1FBFEBF5CCD8}"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52745B97-C128-A763-F7C6-47AC50A6E900}"/>
              </a:ext>
            </a:extLst>
          </p:cNvPr>
          <p:cNvSpPr>
            <a:spLocks noGrp="1"/>
          </p:cNvSpPr>
          <p:nvPr>
            <p:ph type="ftr" sz="quarter" idx="11"/>
          </p:nvPr>
        </p:nvSpPr>
        <p:spPr/>
        <p:txBody>
          <a:bodyPr/>
          <a:lstStyle/>
          <a:p>
            <a:endParaRPr lang="zh-CN" altLang="en-US" dirty="0"/>
          </a:p>
        </p:txBody>
      </p:sp>
      <p:sp>
        <p:nvSpPr>
          <p:cNvPr id="10" name="Slide Number Placeholder 9">
            <a:extLst>
              <a:ext uri="{FF2B5EF4-FFF2-40B4-BE49-F238E27FC236}">
                <a16:creationId xmlns:a16="http://schemas.microsoft.com/office/drawing/2014/main" id="{5EE97C30-0CD9-55CE-45C7-0000B8B5727C}"/>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3DB60543-B803-CAF9-C1DF-4D6D7E01852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35404145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tement E">
    <p:bg>
      <p:bgRef idx="1001">
        <a:schemeClr val="bg1"/>
      </p:bgRef>
    </p:bg>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3EC2906D-C91C-4D55-616A-0E01E668DAF5}"/>
              </a:ext>
            </a:extLst>
          </p:cNvPr>
          <p:cNvSpPr>
            <a:spLocks noGrp="1"/>
          </p:cNvSpPr>
          <p:nvPr>
            <p:ph type="pic" sz="quarter" idx="13" hasCustomPrompt="1"/>
          </p:nvPr>
        </p:nvSpPr>
        <p:spPr>
          <a:xfrm>
            <a:off x="0" y="0"/>
            <a:ext cx="12193200" cy="6861600"/>
          </a:xfrm>
          <a:prstGeom prst="rect">
            <a:avLst/>
          </a:prstGeom>
          <a:solidFill>
            <a:srgbClr val="D0D0D0"/>
          </a:solidFill>
        </p:spPr>
        <p:txBody>
          <a:bodyPr wrap="square" lIns="0" tIns="36000" anchor="t" anchorCtr="0">
            <a:noAutofit/>
          </a:bodyPr>
          <a:lstStyle>
            <a:lvl1pPr marL="0" indent="0" algn="ctr">
              <a:buNone/>
              <a:defRPr sz="1400">
                <a:solidFill>
                  <a:schemeClr val="tx1"/>
                </a:solidFill>
              </a:defRPr>
            </a:lvl1pPr>
          </a:lstStyle>
          <a:p>
            <a:r>
              <a:rPr lang="en-US" altLang="zh-CN"/>
              <a:t>Click on frame and insert dark picture, so white logo and text will be visible, using the Insert tab, Pictures</a:t>
            </a:r>
            <a:endParaRPr lang="zh-CN" altLang="en-US" dirty="0"/>
          </a:p>
        </p:txBody>
      </p:sp>
      <p:sp>
        <p:nvSpPr>
          <p:cNvPr id="10" name="Logo Placeholder 9"/>
          <p:cNvSpPr>
            <a:spLocks noGrp="1"/>
          </p:cNvSpPr>
          <p:nvPr>
            <p:ph type="body" sz="quarter" idx="14" hasCustomPrompt="1"/>
          </p:nvPr>
        </p:nvSpPr>
        <p:spPr>
          <a:xfrm>
            <a:off x="10986237"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2" name="Title 1"/>
          <p:cNvSpPr>
            <a:spLocks noGrp="1"/>
          </p:cNvSpPr>
          <p:nvPr>
            <p:ph type="ctrTitle" hasCustomPrompt="1"/>
          </p:nvPr>
        </p:nvSpPr>
        <p:spPr bwMode="white">
          <a:xfrm>
            <a:off x="432000" y="863600"/>
            <a:ext cx="6796800" cy="5129600"/>
          </a:xfrm>
        </p:spPr>
        <p:txBody>
          <a:bodyPr anchor="t" anchorCtr="0"/>
          <a:lstStyle>
            <a:lvl1pPr algn="l">
              <a:defRPr sz="4000" spc="-100" baseline="0">
                <a:solidFill>
                  <a:schemeClr val="tx1"/>
                </a:solidFill>
              </a:defRPr>
            </a:lvl1pPr>
          </a:lstStyle>
          <a:p>
            <a:r>
              <a:rPr lang="en-US" altLang="zh-CN"/>
              <a:t>Click to add title</a:t>
            </a:r>
            <a:endParaRPr lang="zh-CN" altLang="en-US" dirty="0"/>
          </a:p>
        </p:txBody>
      </p:sp>
      <p:sp>
        <p:nvSpPr>
          <p:cNvPr id="9" name="Date Placeholder 8">
            <a:extLst>
              <a:ext uri="{FF2B5EF4-FFF2-40B4-BE49-F238E27FC236}">
                <a16:creationId xmlns:a16="http://schemas.microsoft.com/office/drawing/2014/main" id="{C2DBFADF-4444-E2FC-E3FF-E9B2ECB7AD8E}"/>
              </a:ext>
            </a:extLst>
          </p:cNvPr>
          <p:cNvSpPr>
            <a:spLocks noGrp="1"/>
          </p:cNvSpPr>
          <p:nvPr>
            <p:ph type="dt" sz="half" idx="19"/>
          </p:nvPr>
        </p:nvSpPr>
        <p:spPr/>
        <p:txBody>
          <a:bodyPr/>
          <a:lstStyle/>
          <a:p>
            <a:fld id="{9766B932-F970-45A2-83F7-151849BC0575}" type="datetime2">
              <a:rPr lang="zh-CN" altLang="en-US" smtClean="0"/>
              <a:t>2024年3月20日</a:t>
            </a:fld>
            <a:endParaRPr lang="zh-CN" altLang="en-US" dirty="0"/>
          </a:p>
        </p:txBody>
      </p:sp>
      <p:sp>
        <p:nvSpPr>
          <p:cNvPr id="11" name="Footer Placeholder 10">
            <a:extLst>
              <a:ext uri="{FF2B5EF4-FFF2-40B4-BE49-F238E27FC236}">
                <a16:creationId xmlns:a16="http://schemas.microsoft.com/office/drawing/2014/main" id="{05E8EE1C-6D15-587A-A622-BB0B18DC7210}"/>
              </a:ext>
            </a:extLst>
          </p:cNvPr>
          <p:cNvSpPr>
            <a:spLocks noGrp="1"/>
          </p:cNvSpPr>
          <p:nvPr>
            <p:ph type="ftr" sz="quarter" idx="20"/>
          </p:nvPr>
        </p:nvSpPr>
        <p:spPr/>
        <p:txBody>
          <a:bodyPr/>
          <a:lstStyle/>
          <a:p>
            <a:endParaRPr lang="zh-CN" altLang="en-US" dirty="0"/>
          </a:p>
        </p:txBody>
      </p:sp>
      <p:sp>
        <p:nvSpPr>
          <p:cNvPr id="12" name="Slide Number Placeholder 11">
            <a:extLst>
              <a:ext uri="{FF2B5EF4-FFF2-40B4-BE49-F238E27FC236}">
                <a16:creationId xmlns:a16="http://schemas.microsoft.com/office/drawing/2014/main" id="{EB7DF0F1-8851-4B1B-E69E-B4481A1B8F18}"/>
              </a:ext>
            </a:extLst>
          </p:cNvPr>
          <p:cNvSpPr>
            <a:spLocks noGrp="1"/>
          </p:cNvSpPr>
          <p:nvPr>
            <p:ph type="sldNum" sz="quarter" idx="21"/>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4293290570"/>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tatement F">
    <p:bg>
      <p:bgRef idx="1001">
        <a:schemeClr val="bg1"/>
      </p:bgRef>
    </p:bg>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3EC2906D-C91C-4D55-616A-0E01E668DAF5}"/>
              </a:ext>
            </a:extLst>
          </p:cNvPr>
          <p:cNvSpPr>
            <a:spLocks noGrp="1"/>
          </p:cNvSpPr>
          <p:nvPr>
            <p:ph type="pic" sz="quarter" idx="13" hasCustomPrompt="1"/>
          </p:nvPr>
        </p:nvSpPr>
        <p:spPr>
          <a:xfrm>
            <a:off x="0" y="0"/>
            <a:ext cx="12193200" cy="6861600"/>
          </a:xfrm>
          <a:prstGeom prst="rect">
            <a:avLst/>
          </a:prstGeom>
          <a:solidFill>
            <a:srgbClr val="D0D0D0"/>
          </a:solidFill>
        </p:spPr>
        <p:txBody>
          <a:bodyPr wrap="square" lIns="0" tIns="36000" anchor="t" anchorCtr="0">
            <a:noAutofit/>
          </a:bodyPr>
          <a:lstStyle>
            <a:lvl1pPr marL="0" indent="0" algn="ctr">
              <a:buNone/>
              <a:defRPr sz="1400">
                <a:solidFill>
                  <a:schemeClr val="tx1"/>
                </a:solidFill>
              </a:defRPr>
            </a:lvl1pPr>
          </a:lstStyle>
          <a:p>
            <a:r>
              <a:rPr lang="en-US" altLang="zh-CN"/>
              <a:t>Click on frame and insert dark picture, so white logo and text will be visible, using the Insert tab, Pictures</a:t>
            </a:r>
            <a:endParaRPr lang="zh-CN" altLang="en-US" dirty="0"/>
          </a:p>
        </p:txBody>
      </p:sp>
      <p:sp>
        <p:nvSpPr>
          <p:cNvPr id="2" name="Title 1"/>
          <p:cNvSpPr>
            <a:spLocks noGrp="1"/>
          </p:cNvSpPr>
          <p:nvPr>
            <p:ph type="ctrTitle" hasCustomPrompt="1"/>
          </p:nvPr>
        </p:nvSpPr>
        <p:spPr bwMode="white">
          <a:xfrm>
            <a:off x="431999" y="863600"/>
            <a:ext cx="3558975" cy="5129600"/>
          </a:xfrm>
        </p:spPr>
        <p:txBody>
          <a:bodyPr anchor="t" anchorCtr="0"/>
          <a:lstStyle>
            <a:lvl1pPr algn="l">
              <a:defRPr sz="4800" spc="-100" baseline="0">
                <a:solidFill>
                  <a:schemeClr val="tx1"/>
                </a:solidFill>
              </a:defRPr>
            </a:lvl1pPr>
          </a:lstStyle>
          <a:p>
            <a:r>
              <a:rPr lang="en-US" altLang="zh-CN"/>
              <a:t>Click to add title</a:t>
            </a:r>
            <a:endParaRPr lang="zh-CN" altLang="en-US" dirty="0"/>
          </a:p>
        </p:txBody>
      </p:sp>
      <p:sp>
        <p:nvSpPr>
          <p:cNvPr id="3" name="Text Placeholder 8">
            <a:extLst>
              <a:ext uri="{FF2B5EF4-FFF2-40B4-BE49-F238E27FC236}">
                <a16:creationId xmlns:a16="http://schemas.microsoft.com/office/drawing/2014/main" id="{F3C9C3D8-A7D7-6E84-425A-13F9C951919A}"/>
              </a:ext>
            </a:extLst>
          </p:cNvPr>
          <p:cNvSpPr>
            <a:spLocks noGrp="1"/>
          </p:cNvSpPr>
          <p:nvPr>
            <p:ph type="body" sz="quarter" idx="20" hasCustomPrompt="1"/>
          </p:nvPr>
        </p:nvSpPr>
        <p:spPr bwMode="white">
          <a:xfrm>
            <a:off x="9169400" y="1295400"/>
            <a:ext cx="2590836" cy="4697413"/>
          </a:xfrm>
        </p:spPr>
        <p:txBody>
          <a:bodyPr anchor="b" anchorCtr="0"/>
          <a:lstStyle>
            <a:lvl1pPr marL="0" indent="0">
              <a:buFont typeface="Arial" panose="020B0604020202020204" pitchFamily="34" charset="0"/>
              <a:buChar char="​"/>
              <a:defRPr sz="11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ltLang="zh-CN"/>
              <a:t>Click to add caption</a:t>
            </a:r>
            <a:endParaRPr lang="zh-CN" altLang="en-US" dirty="0"/>
          </a:p>
        </p:txBody>
      </p:sp>
      <p:sp>
        <p:nvSpPr>
          <p:cNvPr id="10" name="Logo Placeholder 9"/>
          <p:cNvSpPr>
            <a:spLocks noGrp="1"/>
          </p:cNvSpPr>
          <p:nvPr>
            <p:ph type="body" sz="quarter" idx="14" hasCustomPrompt="1"/>
          </p:nvPr>
        </p:nvSpPr>
        <p:spPr>
          <a:xfrm>
            <a:off x="10986237" y="432000"/>
            <a:ext cx="774000" cy="29973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vl2pPr>
              <a:defRPr sz="100"/>
            </a:lvl2pPr>
            <a:lvl3pPr>
              <a:defRPr sz="100"/>
            </a:lvl3pPr>
            <a:lvl4pPr>
              <a:defRPr sz="100"/>
            </a:lvl4pPr>
            <a:lvl5pPr>
              <a:defRPr sz="100"/>
            </a:lvl5pPr>
          </a:lstStyle>
          <a:p>
            <a:pPr lvl="0"/>
            <a:r>
              <a:rPr lang="en-US" altLang="zh-CN" noProof="0"/>
              <a:t>.</a:t>
            </a:r>
            <a:endParaRPr lang="zh-CN" altLang="en-US" noProof="0" dirty="0"/>
          </a:p>
        </p:txBody>
      </p:sp>
      <p:sp>
        <p:nvSpPr>
          <p:cNvPr id="12" name="Date Placeholder 11">
            <a:extLst>
              <a:ext uri="{FF2B5EF4-FFF2-40B4-BE49-F238E27FC236}">
                <a16:creationId xmlns:a16="http://schemas.microsoft.com/office/drawing/2014/main" id="{D0BF9C2E-764D-C8D3-307E-2C7C64065EAB}"/>
              </a:ext>
            </a:extLst>
          </p:cNvPr>
          <p:cNvSpPr>
            <a:spLocks noGrp="1"/>
          </p:cNvSpPr>
          <p:nvPr>
            <p:ph type="dt" sz="half" idx="21"/>
          </p:nvPr>
        </p:nvSpPr>
        <p:spPr/>
        <p:txBody>
          <a:bodyPr/>
          <a:lstStyle/>
          <a:p>
            <a:fld id="{49076B01-4C9C-4648-8937-C64EC54C13F2}" type="datetime2">
              <a:rPr lang="zh-CN" altLang="en-US" smtClean="0"/>
              <a:t>2024年3月20日</a:t>
            </a:fld>
            <a:endParaRPr lang="zh-CN" altLang="en-US" dirty="0"/>
          </a:p>
        </p:txBody>
      </p:sp>
      <p:sp>
        <p:nvSpPr>
          <p:cNvPr id="13" name="Footer Placeholder 12">
            <a:extLst>
              <a:ext uri="{FF2B5EF4-FFF2-40B4-BE49-F238E27FC236}">
                <a16:creationId xmlns:a16="http://schemas.microsoft.com/office/drawing/2014/main" id="{D62BE8BE-C5DA-2CFD-3512-1EAB58C26B1F}"/>
              </a:ext>
            </a:extLst>
          </p:cNvPr>
          <p:cNvSpPr>
            <a:spLocks noGrp="1"/>
          </p:cNvSpPr>
          <p:nvPr>
            <p:ph type="ftr" sz="quarter" idx="22"/>
          </p:nvPr>
        </p:nvSpPr>
        <p:spPr/>
        <p:txBody>
          <a:bodyPr/>
          <a:lstStyle/>
          <a:p>
            <a:endParaRPr lang="zh-CN" altLang="en-US" dirty="0"/>
          </a:p>
        </p:txBody>
      </p:sp>
      <p:sp>
        <p:nvSpPr>
          <p:cNvPr id="14" name="Slide Number Placeholder 13">
            <a:extLst>
              <a:ext uri="{FF2B5EF4-FFF2-40B4-BE49-F238E27FC236}">
                <a16:creationId xmlns:a16="http://schemas.microsoft.com/office/drawing/2014/main" id="{0D270450-3A7E-0E81-5655-8CBB2BDC2390}"/>
              </a:ext>
            </a:extLst>
          </p:cNvPr>
          <p:cNvSpPr>
            <a:spLocks noGrp="1"/>
          </p:cNvSpPr>
          <p:nvPr>
            <p:ph type="sldNum" sz="quarter" idx="23"/>
          </p:nvPr>
        </p:nvSpPr>
        <p:spPr/>
        <p:txBody>
          <a:body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2331057840"/>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tatement or quo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2000" y="1295400"/>
            <a:ext cx="2587425" cy="1041400"/>
          </a:xfrm>
        </p:spPr>
        <p:txBody>
          <a:bodyPr anchor="t" anchorCtr="0"/>
          <a:lstStyle>
            <a:lvl1pPr algn="l">
              <a:defRPr sz="3200" spc="-100" baseline="0">
                <a:solidFill>
                  <a:schemeClr val="tx1"/>
                </a:solidFill>
              </a:defRPr>
            </a:lvl1pPr>
          </a:lstStyle>
          <a:p>
            <a:r>
              <a:rPr lang="en-US" altLang="zh-CN"/>
              <a:t>Click to add title, 2 lines</a:t>
            </a:r>
            <a:endParaRPr lang="zh-CN" altLang="en-US" dirty="0"/>
          </a:p>
        </p:txBody>
      </p:sp>
      <p:sp>
        <p:nvSpPr>
          <p:cNvPr id="3" name="Text Placeholder 8">
            <a:extLst>
              <a:ext uri="{FF2B5EF4-FFF2-40B4-BE49-F238E27FC236}">
                <a16:creationId xmlns:a16="http://schemas.microsoft.com/office/drawing/2014/main" id="{68C4A23D-C069-B4C3-BEC4-4F4A5F7B4AF0}"/>
              </a:ext>
            </a:extLst>
          </p:cNvPr>
          <p:cNvSpPr>
            <a:spLocks noGrp="1"/>
          </p:cNvSpPr>
          <p:nvPr>
            <p:ph type="body" sz="quarter" idx="20" hasCustomPrompt="1"/>
          </p:nvPr>
        </p:nvSpPr>
        <p:spPr>
          <a:xfrm>
            <a:off x="4316167" y="1295400"/>
            <a:ext cx="6470896" cy="4265613"/>
          </a:xfrm>
        </p:spPr>
        <p:txBody>
          <a:bodyPr/>
          <a:lstStyle>
            <a:lvl1pPr marL="0" indent="0">
              <a:spcBef>
                <a:spcPts val="0"/>
              </a:spcBef>
              <a:spcAft>
                <a:spcPts val="0"/>
              </a:spcAft>
              <a:buFont typeface="Arial" panose="020B0604020202020204" pitchFamily="34" charset="0"/>
              <a:buChar char="​"/>
              <a:defRPr sz="4000">
                <a:solidFill>
                  <a:schemeClr val="tx1"/>
                </a:solidFill>
              </a:defRPr>
            </a:lvl1pPr>
            <a:lvl2pPr marL="0" indent="0">
              <a:spcBef>
                <a:spcPts val="600"/>
              </a:spcBef>
              <a:spcAft>
                <a:spcPts val="0"/>
              </a:spcAft>
              <a:buFont typeface="Arial" panose="020B0604020202020204" pitchFamily="34" charset="0"/>
              <a:buChar char="​"/>
              <a:defRPr>
                <a:solidFill>
                  <a:schemeClr val="tx1"/>
                </a:solidFill>
              </a:defRPr>
            </a:lvl2pPr>
            <a:lvl3pPr marL="180000">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ltLang="zh-CN"/>
              <a:t>Click to add quotation or statement</a:t>
            </a:r>
          </a:p>
          <a:p>
            <a:pPr lvl="1"/>
            <a:r>
              <a:rPr lang="en-US" altLang="zh-CN"/>
              <a:t>2</a:t>
            </a:r>
            <a:endParaRPr lang="zh-CN" altLang="en-US" dirty="0"/>
          </a:p>
        </p:txBody>
      </p:sp>
      <p:sp>
        <p:nvSpPr>
          <p:cNvPr id="9" name="Date Placeholder 8">
            <a:extLst>
              <a:ext uri="{FF2B5EF4-FFF2-40B4-BE49-F238E27FC236}">
                <a16:creationId xmlns:a16="http://schemas.microsoft.com/office/drawing/2014/main" id="{342DD10D-531F-A279-8C9A-40536F406540}"/>
              </a:ext>
            </a:extLst>
          </p:cNvPr>
          <p:cNvSpPr>
            <a:spLocks noGrp="1"/>
          </p:cNvSpPr>
          <p:nvPr>
            <p:ph type="dt" sz="half" idx="21"/>
          </p:nvPr>
        </p:nvSpPr>
        <p:spPr/>
        <p:txBody>
          <a:bodyPr/>
          <a:lstStyle/>
          <a:p>
            <a:fld id="{4C0E4540-5867-46EC-A400-14121317E0E5}" type="datetime2">
              <a:rPr lang="zh-CN" altLang="en-US" smtClean="0"/>
              <a:t>2024年3月20日</a:t>
            </a:fld>
            <a:endParaRPr lang="zh-CN" altLang="en-US" dirty="0"/>
          </a:p>
        </p:txBody>
      </p:sp>
      <p:sp>
        <p:nvSpPr>
          <p:cNvPr id="10" name="Footer Placeholder 9">
            <a:extLst>
              <a:ext uri="{FF2B5EF4-FFF2-40B4-BE49-F238E27FC236}">
                <a16:creationId xmlns:a16="http://schemas.microsoft.com/office/drawing/2014/main" id="{7692022E-305E-D013-0604-3AB955F20E47}"/>
              </a:ext>
            </a:extLst>
          </p:cNvPr>
          <p:cNvSpPr>
            <a:spLocks noGrp="1"/>
          </p:cNvSpPr>
          <p:nvPr>
            <p:ph type="ftr" sz="quarter" idx="22"/>
          </p:nvPr>
        </p:nvSpPr>
        <p:spPr/>
        <p:txBody>
          <a:bodyPr/>
          <a:lstStyle/>
          <a:p>
            <a:endParaRPr lang="zh-CN" altLang="en-US" dirty="0"/>
          </a:p>
        </p:txBody>
      </p:sp>
      <p:sp>
        <p:nvSpPr>
          <p:cNvPr id="11" name="Slide Number Placeholder 10">
            <a:extLst>
              <a:ext uri="{FF2B5EF4-FFF2-40B4-BE49-F238E27FC236}">
                <a16:creationId xmlns:a16="http://schemas.microsoft.com/office/drawing/2014/main" id="{2AA08871-C354-99A2-1236-7586A680F629}"/>
              </a:ext>
            </a:extLst>
          </p:cNvPr>
          <p:cNvSpPr>
            <a:spLocks noGrp="1"/>
          </p:cNvSpPr>
          <p:nvPr>
            <p:ph type="sldNum" sz="quarter" idx="23"/>
          </p:nvPr>
        </p:nvSpPr>
        <p:spPr/>
        <p:txBody>
          <a:bodyPr/>
          <a:lstStyle/>
          <a:p>
            <a:fld id="{23AA811B-2EBD-4900-905E-5BE206449611}" type="slidenum">
              <a:rPr lang="en-US" altLang="zh-CN" smtClean="0"/>
              <a:pPr/>
              <a:t>‹#›</a:t>
            </a:fld>
            <a:endParaRPr lang="zh-CN" altLang="en-US" dirty="0"/>
          </a:p>
        </p:txBody>
      </p:sp>
      <p:pic>
        <p:nvPicPr>
          <p:cNvPr id="4" name="Logo">
            <a:extLst>
              <a:ext uri="{FF2B5EF4-FFF2-40B4-BE49-F238E27FC236}">
                <a16:creationId xmlns:a16="http://schemas.microsoft.com/office/drawing/2014/main" id="{8713A999-F824-6537-BE90-F8ED2A28F03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130502639"/>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utr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917DAC8-9FE5-D6A1-5A38-BC46E4D30942}"/>
              </a:ext>
            </a:extLst>
          </p:cNvPr>
          <p:cNvSpPr>
            <a:spLocks noGrp="1"/>
          </p:cNvSpPr>
          <p:nvPr>
            <p:ph type="pic" sz="quarter" idx="13" hasCustomPrompt="1"/>
          </p:nvPr>
        </p:nvSpPr>
        <p:spPr>
          <a:xfrm>
            <a:off x="3145340" y="0"/>
            <a:ext cx="9047860" cy="4012756"/>
          </a:xfrm>
          <a:custGeom>
            <a:avLst/>
            <a:gdLst>
              <a:gd name="connsiteX0" fmla="*/ 6295687 w 9047860"/>
              <a:gd name="connsiteY0" fmla="*/ 0 h 4012756"/>
              <a:gd name="connsiteX1" fmla="*/ 9047860 w 9047860"/>
              <a:gd name="connsiteY1" fmla="*/ 0 h 4012756"/>
              <a:gd name="connsiteX2" fmla="*/ 9047860 w 9047860"/>
              <a:gd name="connsiteY2" fmla="*/ 3541448 h 4012756"/>
              <a:gd name="connsiteX3" fmla="*/ 6295687 w 9047860"/>
              <a:gd name="connsiteY3" fmla="*/ 3541448 h 4012756"/>
              <a:gd name="connsiteX4" fmla="*/ 3145239 w 9047860"/>
              <a:gd name="connsiteY4" fmla="*/ 0 h 4012756"/>
              <a:gd name="connsiteX5" fmla="*/ 5897411 w 9047860"/>
              <a:gd name="connsiteY5" fmla="*/ 0 h 4012756"/>
              <a:gd name="connsiteX6" fmla="*/ 5897411 w 9047860"/>
              <a:gd name="connsiteY6" fmla="*/ 4012756 h 4012756"/>
              <a:gd name="connsiteX7" fmla="*/ 3145239 w 9047860"/>
              <a:gd name="connsiteY7" fmla="*/ 4012756 h 4012756"/>
              <a:gd name="connsiteX8" fmla="*/ 0 w 9047860"/>
              <a:gd name="connsiteY8" fmla="*/ 0 h 4012756"/>
              <a:gd name="connsiteX9" fmla="*/ 2752173 w 9047860"/>
              <a:gd name="connsiteY9" fmla="*/ 0 h 4012756"/>
              <a:gd name="connsiteX10" fmla="*/ 2752173 w 9047860"/>
              <a:gd name="connsiteY10" fmla="*/ 3070139 h 4012756"/>
              <a:gd name="connsiteX11" fmla="*/ 0 w 9047860"/>
              <a:gd name="connsiteY11" fmla="*/ 3070139 h 401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47860" h="4012756">
                <a:moveTo>
                  <a:pt x="6295687" y="0"/>
                </a:moveTo>
                <a:lnTo>
                  <a:pt x="9047860" y="0"/>
                </a:lnTo>
                <a:lnTo>
                  <a:pt x="9047860" y="3541448"/>
                </a:lnTo>
                <a:lnTo>
                  <a:pt x="6295687" y="3541448"/>
                </a:lnTo>
                <a:close/>
                <a:moveTo>
                  <a:pt x="3145239" y="0"/>
                </a:moveTo>
                <a:lnTo>
                  <a:pt x="5897411" y="0"/>
                </a:lnTo>
                <a:lnTo>
                  <a:pt x="5897411" y="4012756"/>
                </a:lnTo>
                <a:lnTo>
                  <a:pt x="3145239" y="4012756"/>
                </a:lnTo>
                <a:close/>
                <a:moveTo>
                  <a:pt x="0" y="0"/>
                </a:moveTo>
                <a:lnTo>
                  <a:pt x="2752173" y="0"/>
                </a:lnTo>
                <a:lnTo>
                  <a:pt x="2752173" y="3070139"/>
                </a:lnTo>
                <a:lnTo>
                  <a:pt x="0" y="3070139"/>
                </a:lnTo>
                <a:close/>
              </a:path>
            </a:pathLst>
          </a:custGeom>
          <a:blipFill>
            <a:blip r:embed="rId2"/>
            <a:stretch>
              <a:fillRect/>
            </a:stretch>
          </a:blipFill>
        </p:spPr>
        <p:txBody>
          <a:bodyPr wrap="square" lIns="0" tIns="576000" anchor="ctr" anchorCtr="0">
            <a:noAutofit/>
          </a:bodyPr>
          <a:lstStyle>
            <a:lvl1pPr marL="0" indent="0" algn="ctr">
              <a:buNone/>
              <a:defRPr sz="1400">
                <a:solidFill>
                  <a:schemeClr val="bg1"/>
                </a:solidFill>
              </a:defRPr>
            </a:lvl1pPr>
          </a:lstStyle>
          <a:p>
            <a:r>
              <a:rPr lang="en-US" altLang="zh-CN"/>
              <a:t>Click to add picture</a:t>
            </a:r>
            <a:endParaRPr lang="zh-CN" altLang="en-US" dirty="0"/>
          </a:p>
        </p:txBody>
      </p:sp>
      <p:pic>
        <p:nvPicPr>
          <p:cNvPr id="6" name="Logo">
            <a:extLst>
              <a:ext uri="{FF2B5EF4-FFF2-40B4-BE49-F238E27FC236}">
                <a16:creationId xmlns:a16="http://schemas.microsoft.com/office/drawing/2014/main" id="{FF434E18-D4E3-64FA-64DD-DCA37303D81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2000" y="432000"/>
            <a:ext cx="774000" cy="299738"/>
          </a:xfrm>
          <a:prstGeom prst="rect">
            <a:avLst/>
          </a:prstGeom>
        </p:spPr>
      </p:pic>
      <p:pic>
        <p:nvPicPr>
          <p:cNvPr id="4" name="Tagline">
            <a:extLst>
              <a:ext uri="{FF2B5EF4-FFF2-40B4-BE49-F238E27FC236}">
                <a16:creationId xmlns:a16="http://schemas.microsoft.com/office/drawing/2014/main" id="{03B2A279-85BA-9C4C-C3E5-A0609D1328F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92226" y="6032713"/>
            <a:ext cx="1268011" cy="432000"/>
          </a:xfrm>
          <a:prstGeom prst="rect">
            <a:avLst/>
          </a:prstGeom>
        </p:spPr>
      </p:pic>
      <p:sp>
        <p:nvSpPr>
          <p:cNvPr id="2" name="Title 1"/>
          <p:cNvSpPr>
            <a:spLocks noGrp="1"/>
          </p:cNvSpPr>
          <p:nvPr>
            <p:ph type="ctrTitle" hasCustomPrompt="1"/>
          </p:nvPr>
        </p:nvSpPr>
        <p:spPr>
          <a:xfrm>
            <a:off x="432000" y="4089600"/>
            <a:ext cx="5500800" cy="1476000"/>
          </a:xfrm>
        </p:spPr>
        <p:txBody>
          <a:bodyPr anchor="ctr" anchorCtr="0"/>
          <a:lstStyle>
            <a:lvl1pPr algn="l">
              <a:defRPr sz="4800" spc="-100" baseline="0"/>
            </a:lvl1pPr>
          </a:lstStyle>
          <a:p>
            <a:r>
              <a:rPr lang="en-US" altLang="zh-CN" dirty="0"/>
              <a:t>Click to add title</a:t>
            </a:r>
            <a:endParaRPr lang="zh-CN" altLang="en-US" dirty="0"/>
          </a:p>
        </p:txBody>
      </p:sp>
      <p:sp>
        <p:nvSpPr>
          <p:cNvPr id="8" name="Text Placeholder 7">
            <a:extLst>
              <a:ext uri="{FF2B5EF4-FFF2-40B4-BE49-F238E27FC236}">
                <a16:creationId xmlns:a16="http://schemas.microsoft.com/office/drawing/2014/main" id="{7A8438FD-4938-EABD-A952-419D76F3E1B1}"/>
              </a:ext>
            </a:extLst>
          </p:cNvPr>
          <p:cNvSpPr>
            <a:spLocks noGrp="1"/>
          </p:cNvSpPr>
          <p:nvPr>
            <p:ph type="body" sz="quarter" idx="19" hasCustomPrompt="1"/>
          </p:nvPr>
        </p:nvSpPr>
        <p:spPr>
          <a:xfrm>
            <a:off x="431800" y="5992813"/>
            <a:ext cx="1617663" cy="431800"/>
          </a:xfrm>
        </p:spPr>
        <p:txBody>
          <a:bodyPr anchor="b" anchorCtr="0"/>
          <a:lstStyle>
            <a:lvl1pPr marL="0" indent="0">
              <a:lnSpc>
                <a:spcPct val="100000"/>
              </a:lnSpc>
              <a:spcBef>
                <a:spcPts val="0"/>
              </a:spcBef>
              <a:spcAft>
                <a:spcPts val="0"/>
              </a:spcAft>
              <a:buFontTx/>
              <a:buNone/>
              <a:defRPr sz="1100">
                <a:solidFill>
                  <a:schemeClr val="tx1"/>
                </a:solidFill>
                <a:latin typeface="+mn-lt"/>
              </a:defRPr>
            </a:lvl1pPr>
            <a:lvl2pPr marL="0" indent="0">
              <a:lnSpc>
                <a:spcPct val="100000"/>
              </a:lnSpc>
              <a:spcBef>
                <a:spcPts val="0"/>
              </a:spcBef>
              <a:spcAft>
                <a:spcPts val="0"/>
              </a:spcAft>
              <a:buFontTx/>
              <a:buNone/>
              <a:defRPr sz="1100">
                <a:solidFill>
                  <a:schemeClr val="tx1"/>
                </a:solidFill>
                <a:latin typeface="+mn-lt"/>
              </a:defRPr>
            </a:lvl2pPr>
            <a:lvl3pPr marL="0" indent="0">
              <a:lnSpc>
                <a:spcPct val="100000"/>
              </a:lnSpc>
              <a:spcBef>
                <a:spcPts val="0"/>
              </a:spcBef>
              <a:spcAft>
                <a:spcPts val="0"/>
              </a:spcAft>
              <a:buFontTx/>
              <a:buNone/>
              <a:defRPr sz="1100">
                <a:solidFill>
                  <a:schemeClr val="tx1"/>
                </a:solidFill>
                <a:latin typeface="+mn-lt"/>
              </a:defRPr>
            </a:lvl3pPr>
            <a:lvl4pPr marL="0" indent="0">
              <a:lnSpc>
                <a:spcPct val="100000"/>
              </a:lnSpc>
              <a:spcBef>
                <a:spcPts val="0"/>
              </a:spcBef>
              <a:spcAft>
                <a:spcPts val="0"/>
              </a:spcAft>
              <a:buFontTx/>
              <a:buNone/>
              <a:defRPr sz="1100">
                <a:solidFill>
                  <a:schemeClr val="tx1"/>
                </a:solidFill>
                <a:latin typeface="+mn-lt"/>
              </a:defRPr>
            </a:lvl4pPr>
            <a:lvl5pPr marL="0" indent="0">
              <a:lnSpc>
                <a:spcPct val="100000"/>
              </a:lnSpc>
              <a:spcBef>
                <a:spcPts val="0"/>
              </a:spcBef>
              <a:spcAft>
                <a:spcPts val="0"/>
              </a:spcAft>
              <a:buFontTx/>
              <a:buNone/>
              <a:defRPr sz="1100">
                <a:solidFill>
                  <a:schemeClr val="tx1"/>
                </a:solidFill>
                <a:latin typeface="+mn-lt"/>
              </a:defRPr>
            </a:lvl5pPr>
            <a:lvl6pPr>
              <a:lnSpc>
                <a:spcPct val="100000"/>
              </a:lnSpc>
              <a:spcBef>
                <a:spcPts val="0"/>
              </a:spcBef>
              <a:spcAft>
                <a:spcPts val="0"/>
              </a:spcAft>
              <a:buFontTx/>
              <a:buNone/>
              <a:defRPr sz="1100">
                <a:solidFill>
                  <a:schemeClr val="tx1"/>
                </a:solidFill>
                <a:latin typeface="+mn-lt"/>
              </a:defRPr>
            </a:lvl6pPr>
            <a:lvl7pPr marL="0" indent="0">
              <a:lnSpc>
                <a:spcPct val="100000"/>
              </a:lnSpc>
              <a:spcBef>
                <a:spcPts val="0"/>
              </a:spcBef>
              <a:spcAft>
                <a:spcPts val="0"/>
              </a:spcAft>
              <a:buFontTx/>
              <a:buNone/>
              <a:defRPr sz="1100">
                <a:solidFill>
                  <a:schemeClr val="tx1"/>
                </a:solidFill>
                <a:latin typeface="+mn-lt"/>
              </a:defRPr>
            </a:lvl7pPr>
            <a:lvl8pPr>
              <a:lnSpc>
                <a:spcPct val="100000"/>
              </a:lnSpc>
              <a:spcBef>
                <a:spcPts val="0"/>
              </a:spcBef>
              <a:spcAft>
                <a:spcPts val="0"/>
              </a:spcAft>
              <a:buFontTx/>
              <a:buNone/>
              <a:defRPr sz="1100">
                <a:solidFill>
                  <a:schemeClr val="tx1"/>
                </a:solidFill>
                <a:latin typeface="+mn-lt"/>
              </a:defRPr>
            </a:lvl8pPr>
            <a:lvl9pPr>
              <a:lnSpc>
                <a:spcPct val="100000"/>
              </a:lnSpc>
              <a:spcBef>
                <a:spcPts val="0"/>
              </a:spcBef>
              <a:spcAft>
                <a:spcPts val="0"/>
              </a:spcAft>
              <a:buFontTx/>
              <a:buNone/>
              <a:defRPr sz="1100">
                <a:solidFill>
                  <a:schemeClr val="tx1"/>
                </a:solidFill>
                <a:latin typeface="+mn-lt"/>
              </a:defRPr>
            </a:lvl9pPr>
          </a:lstStyle>
          <a:p>
            <a:pPr lvl="0"/>
            <a:r>
              <a:rPr lang="en-US" altLang="zh-CN"/>
              <a:t>Add Name Surname add Title in next line</a:t>
            </a:r>
            <a:endParaRPr lang="zh-CN" altLang="en-US" dirty="0"/>
          </a:p>
        </p:txBody>
      </p:sp>
      <p:sp>
        <p:nvSpPr>
          <p:cNvPr id="10" name="Text Placeholder 9">
            <a:extLst>
              <a:ext uri="{FF2B5EF4-FFF2-40B4-BE49-F238E27FC236}">
                <a16:creationId xmlns:a16="http://schemas.microsoft.com/office/drawing/2014/main" id="{5B1F3BE9-4E62-F931-13C3-AFFCD9861B97}"/>
              </a:ext>
            </a:extLst>
          </p:cNvPr>
          <p:cNvSpPr>
            <a:spLocks noGrp="1"/>
          </p:cNvSpPr>
          <p:nvPr>
            <p:ph type="body" sz="quarter" idx="20" hasCustomPrompt="1"/>
          </p:nvPr>
        </p:nvSpPr>
        <p:spPr>
          <a:xfrm>
            <a:off x="2373312" y="5992813"/>
            <a:ext cx="3559176" cy="431800"/>
          </a:xfrm>
        </p:spPr>
        <p:txBody>
          <a:bodyPr anchor="b" anchorCtr="0"/>
          <a:lstStyle>
            <a:lvl1pPr marL="0" indent="0">
              <a:lnSpc>
                <a:spcPct val="100000"/>
              </a:lnSpc>
              <a:spcBef>
                <a:spcPts val="0"/>
              </a:spcBef>
              <a:spcAft>
                <a:spcPts val="0"/>
              </a:spcAft>
              <a:buFontTx/>
              <a:buNone/>
              <a:defRPr sz="1100">
                <a:solidFill>
                  <a:schemeClr val="tx1"/>
                </a:solidFill>
                <a:latin typeface="+mn-lt"/>
              </a:defRPr>
            </a:lvl1pPr>
            <a:lvl2pPr marL="0" indent="0">
              <a:lnSpc>
                <a:spcPct val="100000"/>
              </a:lnSpc>
              <a:spcBef>
                <a:spcPts val="0"/>
              </a:spcBef>
              <a:spcAft>
                <a:spcPts val="0"/>
              </a:spcAft>
              <a:buFontTx/>
              <a:buNone/>
              <a:defRPr sz="1100">
                <a:solidFill>
                  <a:schemeClr val="tx1"/>
                </a:solidFill>
                <a:latin typeface="+mn-lt"/>
              </a:defRPr>
            </a:lvl2pPr>
            <a:lvl3pPr marL="0" indent="0">
              <a:lnSpc>
                <a:spcPct val="100000"/>
              </a:lnSpc>
              <a:spcBef>
                <a:spcPts val="0"/>
              </a:spcBef>
              <a:spcAft>
                <a:spcPts val="0"/>
              </a:spcAft>
              <a:buFontTx/>
              <a:buNone/>
              <a:defRPr sz="1100">
                <a:solidFill>
                  <a:schemeClr val="tx1"/>
                </a:solidFill>
                <a:latin typeface="+mn-lt"/>
              </a:defRPr>
            </a:lvl3pPr>
            <a:lvl4pPr marL="0" indent="0">
              <a:lnSpc>
                <a:spcPct val="100000"/>
              </a:lnSpc>
              <a:spcBef>
                <a:spcPts val="0"/>
              </a:spcBef>
              <a:spcAft>
                <a:spcPts val="0"/>
              </a:spcAft>
              <a:buFontTx/>
              <a:buNone/>
              <a:defRPr sz="1100">
                <a:solidFill>
                  <a:schemeClr val="tx1"/>
                </a:solidFill>
                <a:latin typeface="+mn-lt"/>
              </a:defRPr>
            </a:lvl4pPr>
            <a:lvl5pPr marL="0" indent="0">
              <a:lnSpc>
                <a:spcPct val="100000"/>
              </a:lnSpc>
              <a:spcBef>
                <a:spcPts val="0"/>
              </a:spcBef>
              <a:spcAft>
                <a:spcPts val="0"/>
              </a:spcAft>
              <a:buFontTx/>
              <a:buNone/>
              <a:defRPr sz="1100">
                <a:solidFill>
                  <a:schemeClr val="tx1"/>
                </a:solidFill>
                <a:latin typeface="+mn-lt"/>
              </a:defRPr>
            </a:lvl5pPr>
            <a:lvl6pPr>
              <a:lnSpc>
                <a:spcPct val="100000"/>
              </a:lnSpc>
              <a:spcBef>
                <a:spcPts val="0"/>
              </a:spcBef>
              <a:spcAft>
                <a:spcPts val="0"/>
              </a:spcAft>
              <a:buFontTx/>
              <a:buNone/>
              <a:defRPr sz="1100">
                <a:solidFill>
                  <a:schemeClr val="tx1"/>
                </a:solidFill>
                <a:latin typeface="+mn-lt"/>
              </a:defRPr>
            </a:lvl6pPr>
            <a:lvl7pPr marL="0" indent="0">
              <a:lnSpc>
                <a:spcPct val="100000"/>
              </a:lnSpc>
              <a:spcBef>
                <a:spcPts val="0"/>
              </a:spcBef>
              <a:spcAft>
                <a:spcPts val="0"/>
              </a:spcAft>
              <a:buFontTx/>
              <a:buNone/>
              <a:defRPr sz="1100">
                <a:solidFill>
                  <a:schemeClr val="tx1"/>
                </a:solidFill>
                <a:latin typeface="+mn-lt"/>
              </a:defRPr>
            </a:lvl7pPr>
            <a:lvl8pPr>
              <a:lnSpc>
                <a:spcPct val="100000"/>
              </a:lnSpc>
              <a:spcBef>
                <a:spcPts val="0"/>
              </a:spcBef>
              <a:spcAft>
                <a:spcPts val="0"/>
              </a:spcAft>
              <a:buFontTx/>
              <a:buNone/>
              <a:defRPr sz="1100">
                <a:solidFill>
                  <a:schemeClr val="tx1"/>
                </a:solidFill>
                <a:latin typeface="+mn-lt"/>
              </a:defRPr>
            </a:lvl8pPr>
            <a:lvl9pPr>
              <a:lnSpc>
                <a:spcPct val="100000"/>
              </a:lnSpc>
              <a:spcBef>
                <a:spcPts val="0"/>
              </a:spcBef>
              <a:spcAft>
                <a:spcPts val="0"/>
              </a:spcAft>
              <a:buFontTx/>
              <a:buNone/>
              <a:defRPr sz="1100">
                <a:solidFill>
                  <a:schemeClr val="tx1"/>
                </a:solidFill>
                <a:latin typeface="+mn-lt"/>
              </a:defRPr>
            </a:lvl9pPr>
          </a:lstStyle>
          <a:p>
            <a:pPr lvl="0"/>
            <a:r>
              <a:rPr lang="en-US" altLang="zh-CN"/>
              <a:t>Add Phone add                                                                   E-mail in next line</a:t>
            </a:r>
            <a:endParaRPr lang="zh-CN" altLang="en-US" dirty="0"/>
          </a:p>
        </p:txBody>
      </p:sp>
      <p:sp>
        <p:nvSpPr>
          <p:cNvPr id="9" name="Footer Placeholder 8" hidden="1">
            <a:extLst>
              <a:ext uri="{FF2B5EF4-FFF2-40B4-BE49-F238E27FC236}">
                <a16:creationId xmlns:a16="http://schemas.microsoft.com/office/drawing/2014/main" id="{3297A132-C2EE-4CE3-8B75-B1FDFF50D46E}"/>
              </a:ext>
            </a:extLst>
          </p:cNvPr>
          <p:cNvSpPr>
            <a:spLocks noGrp="1"/>
          </p:cNvSpPr>
          <p:nvPr>
            <p:ph type="ftr" sz="quarter" idx="16"/>
          </p:nvPr>
        </p:nvSpPr>
        <p:spPr>
          <a:xfrm>
            <a:off x="0" y="6858000"/>
            <a:ext cx="0" cy="0"/>
          </a:xfrm>
        </p:spPr>
        <p:txBody>
          <a:bodyPr/>
          <a:lstStyle>
            <a:lvl1pPr>
              <a:defRPr sz="100">
                <a:noFill/>
              </a:defRPr>
            </a:lvl1pPr>
          </a:lstStyle>
          <a:p>
            <a:endParaRPr lang="zh-CN" altLang="en-US" dirty="0"/>
          </a:p>
        </p:txBody>
      </p:sp>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
        <p:nvSpPr>
          <p:cNvPr id="42" name="Date Placeholder 41" hidden="1">
            <a:extLst>
              <a:ext uri="{FF2B5EF4-FFF2-40B4-BE49-F238E27FC236}">
                <a16:creationId xmlns:a16="http://schemas.microsoft.com/office/drawing/2014/main" id="{2D6E44EC-D1ED-56D5-9AAA-C2A04539DEB0}"/>
              </a:ext>
            </a:extLst>
          </p:cNvPr>
          <p:cNvSpPr>
            <a:spLocks noGrp="1"/>
          </p:cNvSpPr>
          <p:nvPr>
            <p:ph type="dt" sz="half" idx="18"/>
          </p:nvPr>
        </p:nvSpPr>
        <p:spPr>
          <a:xfrm>
            <a:off x="0" y="6858000"/>
            <a:ext cx="0" cy="0"/>
          </a:xfrm>
        </p:spPr>
        <p:txBody>
          <a:bodyPr/>
          <a:lstStyle>
            <a:lvl1pPr>
              <a:defRPr>
                <a:noFill/>
              </a:defRPr>
            </a:lvl1pPr>
          </a:lstStyle>
          <a:p>
            <a:fld id="{F6C81300-2C10-49FB-A0C6-6CA910EFFC08}" type="datetime2">
              <a:rPr lang="zh-CN" altLang="en-US" smtClean="0"/>
              <a:t>2024年3月20日</a:t>
            </a:fld>
            <a:endParaRPr lang="zh-CN" altLang="en-US" dirty="0"/>
          </a:p>
        </p:txBody>
      </p:sp>
    </p:spTree>
    <p:extLst>
      <p:ext uri="{BB962C8B-B14F-4D97-AF65-F5344CB8AC3E}">
        <p14:creationId xmlns:p14="http://schemas.microsoft.com/office/powerpoint/2010/main" val="148542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750"/>
                                        <p:tgtEl>
                                          <p:spTgt spid="2"/>
                                        </p:tgtEl>
                                      </p:cBhvr>
                                    </p:animEffect>
                                    <p:anim calcmode="lin" valueType="num">
                                      <p:cBhvr>
                                        <p:cTn id="8" dur="1750" fill="hold"/>
                                        <p:tgtEl>
                                          <p:spTgt spid="2"/>
                                        </p:tgtEl>
                                        <p:attrNameLst>
                                          <p:attrName>ppt_x</p:attrName>
                                        </p:attrNameLst>
                                      </p:cBhvr>
                                      <p:tavLst>
                                        <p:tav tm="0">
                                          <p:val>
                                            <p:strVal val="#ppt_x"/>
                                          </p:val>
                                        </p:tav>
                                        <p:tav tm="100000">
                                          <p:val>
                                            <p:strVal val="#ppt_x"/>
                                          </p:val>
                                        </p:tav>
                                      </p:tavLst>
                                    </p:anim>
                                    <p:anim calcmode="lin" valueType="num">
                                      <p:cBhvr>
                                        <p:cTn id="9" dur="1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9" name="Footer Placeholder 8" hidden="1">
            <a:extLst>
              <a:ext uri="{FF2B5EF4-FFF2-40B4-BE49-F238E27FC236}">
                <a16:creationId xmlns:a16="http://schemas.microsoft.com/office/drawing/2014/main" id="{3297A132-C2EE-4CE3-8B75-B1FDFF50D46E}"/>
              </a:ext>
            </a:extLst>
          </p:cNvPr>
          <p:cNvSpPr>
            <a:spLocks noGrp="1"/>
          </p:cNvSpPr>
          <p:nvPr>
            <p:ph type="ftr" sz="quarter" idx="16"/>
          </p:nvPr>
        </p:nvSpPr>
        <p:spPr>
          <a:xfrm>
            <a:off x="0" y="6858000"/>
            <a:ext cx="0" cy="0"/>
          </a:xfrm>
        </p:spPr>
        <p:txBody>
          <a:bodyPr/>
          <a:lstStyle>
            <a:lvl1pPr>
              <a:defRPr sz="100">
                <a:noFill/>
              </a:defRPr>
            </a:lvl1pPr>
          </a:lstStyle>
          <a:p>
            <a:endParaRPr lang="zh-CN" altLang="en-US" dirty="0"/>
          </a:p>
        </p:txBody>
      </p:sp>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
        <p:nvSpPr>
          <p:cNvPr id="42" name="Date Placeholder 41" hidden="1">
            <a:extLst>
              <a:ext uri="{FF2B5EF4-FFF2-40B4-BE49-F238E27FC236}">
                <a16:creationId xmlns:a16="http://schemas.microsoft.com/office/drawing/2014/main" id="{2D6E44EC-D1ED-56D5-9AAA-C2A04539DEB0}"/>
              </a:ext>
            </a:extLst>
          </p:cNvPr>
          <p:cNvSpPr>
            <a:spLocks noGrp="1"/>
          </p:cNvSpPr>
          <p:nvPr>
            <p:ph type="dt" sz="half" idx="18"/>
          </p:nvPr>
        </p:nvSpPr>
        <p:spPr>
          <a:xfrm>
            <a:off x="0" y="6858000"/>
            <a:ext cx="0" cy="0"/>
          </a:xfrm>
        </p:spPr>
        <p:txBody>
          <a:bodyPr/>
          <a:lstStyle>
            <a:lvl1pPr>
              <a:defRPr>
                <a:noFill/>
              </a:defRPr>
            </a:lvl1pPr>
          </a:lstStyle>
          <a:p>
            <a:fld id="{7438BCB5-B272-469F-A131-8901FBCC2DCD}" type="datetime2">
              <a:rPr lang="zh-CN" altLang="en-US" smtClean="0"/>
              <a:t>2024年3月20日</a:t>
            </a:fld>
            <a:endParaRPr lang="zh-CN" altLang="en-US" dirty="0"/>
          </a:p>
        </p:txBody>
      </p:sp>
      <p:pic>
        <p:nvPicPr>
          <p:cNvPr id="3" name="Logo">
            <a:extLst>
              <a:ext uri="{FF2B5EF4-FFF2-40B4-BE49-F238E27FC236}">
                <a16:creationId xmlns:a16="http://schemas.microsoft.com/office/drawing/2014/main" id="{71E1F038-8583-6F9E-29EB-F8C2D9432A8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049462" y="1860603"/>
            <a:ext cx="8099979" cy="3136793"/>
          </a:xfrm>
          <a:prstGeom prst="rect">
            <a:avLst/>
          </a:prstGeom>
        </p:spPr>
      </p:pic>
      <p:sp>
        <p:nvSpPr>
          <p:cNvPr id="5" name="Picture Placeholder 4">
            <a:extLst>
              <a:ext uri="{FF2B5EF4-FFF2-40B4-BE49-F238E27FC236}">
                <a16:creationId xmlns:a16="http://schemas.microsoft.com/office/drawing/2014/main" id="{A917DAC8-9FE5-D6A1-5A38-BC46E4D30942}"/>
              </a:ext>
            </a:extLst>
          </p:cNvPr>
          <p:cNvSpPr>
            <a:spLocks noGrp="1"/>
          </p:cNvSpPr>
          <p:nvPr>
            <p:ph type="pic" sz="quarter" idx="13" hasCustomPrompt="1"/>
          </p:nvPr>
        </p:nvSpPr>
        <p:spPr>
          <a:xfrm>
            <a:off x="0" y="0"/>
            <a:ext cx="12193200" cy="6861600"/>
          </a:xfrm>
          <a:prstGeom prst="rect">
            <a:avLst/>
          </a:prstGeom>
          <a:solidFill>
            <a:srgbClr val="D0D0D0"/>
          </a:solidFill>
        </p:spPr>
        <p:txBody>
          <a:bodyPr wrap="square" lIns="0" tIns="72000" anchor="t" anchorCtr="0">
            <a:noAutofit/>
          </a:bodyPr>
          <a:lstStyle>
            <a:lvl1pPr marL="0" indent="0" algn="ctr">
              <a:buNone/>
              <a:defRPr sz="1400">
                <a:solidFill>
                  <a:schemeClr val="bg1"/>
                </a:solidFill>
              </a:defRPr>
            </a:lvl1pPr>
          </a:lstStyle>
          <a:p>
            <a:r>
              <a:rPr lang="en-US" altLang="zh-CN"/>
              <a:t>Click on frame to change picture, using the Insert tab, Pictures</a:t>
            </a:r>
            <a:endParaRPr lang="zh-CN" altLang="en-US" dirty="0"/>
          </a:p>
        </p:txBody>
      </p:sp>
      <p:sp>
        <p:nvSpPr>
          <p:cNvPr id="10" name="Text Placeholder 9">
            <a:extLst>
              <a:ext uri="{FF2B5EF4-FFF2-40B4-BE49-F238E27FC236}">
                <a16:creationId xmlns:a16="http://schemas.microsoft.com/office/drawing/2014/main" id="{5B1F3BE9-4E62-F931-13C3-AFFCD9861B97}"/>
              </a:ext>
            </a:extLst>
          </p:cNvPr>
          <p:cNvSpPr>
            <a:spLocks noGrp="1"/>
          </p:cNvSpPr>
          <p:nvPr>
            <p:ph type="body" sz="quarter" idx="20" hasCustomPrompt="1"/>
          </p:nvPr>
        </p:nvSpPr>
        <p:spPr>
          <a:xfrm>
            <a:off x="2049462" y="1860604"/>
            <a:ext cx="8099979" cy="3136793"/>
          </a:xfrm>
          <a:blipFill>
            <a:blip r:embed="rId2">
              <a:extLst>
                <a:ext uri="{96DAC541-7B7A-43D3-8B79-37D633B846F1}">
                  <asvg:svgBlip xmlns:asvg="http://schemas.microsoft.com/office/drawing/2016/SVG/main" r:embed="rId3"/>
                </a:ext>
              </a:extLst>
            </a:blip>
            <a:stretch>
              <a:fillRect/>
            </a:stretch>
          </a:blipFill>
        </p:spPr>
        <p:txBody>
          <a:bodyPr anchor="b" anchorCtr="0"/>
          <a:lstStyle>
            <a:lvl1pPr marL="0" indent="0">
              <a:lnSpc>
                <a:spcPct val="100000"/>
              </a:lnSpc>
              <a:spcBef>
                <a:spcPts val="0"/>
              </a:spcBef>
              <a:spcAft>
                <a:spcPts val="0"/>
              </a:spcAft>
              <a:buFontTx/>
              <a:buNone/>
              <a:defRPr sz="1100">
                <a:noFill/>
                <a:latin typeface="+mn-lt"/>
              </a:defRPr>
            </a:lvl1pPr>
            <a:lvl2pPr marL="0" indent="0">
              <a:lnSpc>
                <a:spcPct val="100000"/>
              </a:lnSpc>
              <a:spcBef>
                <a:spcPts val="0"/>
              </a:spcBef>
              <a:spcAft>
                <a:spcPts val="0"/>
              </a:spcAft>
              <a:buFontTx/>
              <a:buNone/>
              <a:defRPr sz="1100">
                <a:solidFill>
                  <a:schemeClr val="tx1"/>
                </a:solidFill>
                <a:latin typeface="+mn-lt"/>
              </a:defRPr>
            </a:lvl2pPr>
            <a:lvl3pPr marL="0" indent="0">
              <a:lnSpc>
                <a:spcPct val="100000"/>
              </a:lnSpc>
              <a:spcBef>
                <a:spcPts val="0"/>
              </a:spcBef>
              <a:spcAft>
                <a:spcPts val="0"/>
              </a:spcAft>
              <a:buFontTx/>
              <a:buNone/>
              <a:defRPr sz="1100">
                <a:solidFill>
                  <a:schemeClr val="tx1"/>
                </a:solidFill>
                <a:latin typeface="+mn-lt"/>
              </a:defRPr>
            </a:lvl3pPr>
            <a:lvl4pPr marL="0" indent="0">
              <a:lnSpc>
                <a:spcPct val="100000"/>
              </a:lnSpc>
              <a:spcBef>
                <a:spcPts val="0"/>
              </a:spcBef>
              <a:spcAft>
                <a:spcPts val="0"/>
              </a:spcAft>
              <a:buFontTx/>
              <a:buNone/>
              <a:defRPr sz="1100">
                <a:solidFill>
                  <a:schemeClr val="tx1"/>
                </a:solidFill>
                <a:latin typeface="+mn-lt"/>
              </a:defRPr>
            </a:lvl4pPr>
            <a:lvl5pPr marL="0" indent="0">
              <a:lnSpc>
                <a:spcPct val="100000"/>
              </a:lnSpc>
              <a:spcBef>
                <a:spcPts val="0"/>
              </a:spcBef>
              <a:spcAft>
                <a:spcPts val="0"/>
              </a:spcAft>
              <a:buFontTx/>
              <a:buNone/>
              <a:defRPr sz="1100">
                <a:solidFill>
                  <a:schemeClr val="tx1"/>
                </a:solidFill>
                <a:latin typeface="+mn-lt"/>
              </a:defRPr>
            </a:lvl5pPr>
            <a:lvl6pPr>
              <a:lnSpc>
                <a:spcPct val="100000"/>
              </a:lnSpc>
              <a:spcBef>
                <a:spcPts val="0"/>
              </a:spcBef>
              <a:spcAft>
                <a:spcPts val="0"/>
              </a:spcAft>
              <a:buFontTx/>
              <a:buNone/>
              <a:defRPr sz="1100">
                <a:solidFill>
                  <a:schemeClr val="tx1"/>
                </a:solidFill>
                <a:latin typeface="+mn-lt"/>
              </a:defRPr>
            </a:lvl6pPr>
            <a:lvl7pPr marL="0" indent="0">
              <a:lnSpc>
                <a:spcPct val="100000"/>
              </a:lnSpc>
              <a:spcBef>
                <a:spcPts val="0"/>
              </a:spcBef>
              <a:spcAft>
                <a:spcPts val="0"/>
              </a:spcAft>
              <a:buFontTx/>
              <a:buNone/>
              <a:defRPr sz="1100">
                <a:solidFill>
                  <a:schemeClr val="tx1"/>
                </a:solidFill>
                <a:latin typeface="+mn-lt"/>
              </a:defRPr>
            </a:lvl7pPr>
            <a:lvl8pPr>
              <a:lnSpc>
                <a:spcPct val="100000"/>
              </a:lnSpc>
              <a:spcBef>
                <a:spcPts val="0"/>
              </a:spcBef>
              <a:spcAft>
                <a:spcPts val="0"/>
              </a:spcAft>
              <a:buFontTx/>
              <a:buNone/>
              <a:defRPr sz="1100">
                <a:solidFill>
                  <a:schemeClr val="tx1"/>
                </a:solidFill>
                <a:latin typeface="+mn-lt"/>
              </a:defRPr>
            </a:lvl8pPr>
            <a:lvl9pPr>
              <a:lnSpc>
                <a:spcPct val="100000"/>
              </a:lnSpc>
              <a:spcBef>
                <a:spcPts val="0"/>
              </a:spcBef>
              <a:spcAft>
                <a:spcPts val="0"/>
              </a:spcAft>
              <a:buFontTx/>
              <a:buNone/>
              <a:defRPr sz="1100">
                <a:solidFill>
                  <a:schemeClr val="tx1"/>
                </a:solidFill>
                <a:latin typeface="+mn-lt"/>
              </a:defRPr>
            </a:lvl9pPr>
          </a:lstStyle>
          <a:p>
            <a:pPr lvl="0"/>
            <a:r>
              <a:rPr lang="en-US" altLang="zh-CN"/>
              <a:t>Add Phone add                                                                   E-mail in next line</a:t>
            </a:r>
            <a:endParaRPr lang="zh-CN" altLang="en-US" dirty="0"/>
          </a:p>
        </p:txBody>
      </p:sp>
    </p:spTree>
    <p:extLst>
      <p:ext uri="{BB962C8B-B14F-4D97-AF65-F5344CB8AC3E}">
        <p14:creationId xmlns:p14="http://schemas.microsoft.com/office/powerpoint/2010/main" val="4931491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EPORT Two content">
    <p:bg>
      <p:bgPr>
        <a:solidFill>
          <a:srgbClr val="F3EEEA"/>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DF5836-A53C-4F9D-8208-19EFA158B21C}"/>
              </a:ext>
            </a:extLst>
          </p:cNvPr>
          <p:cNvSpPr>
            <a:spLocks noGrp="1"/>
          </p:cNvSpPr>
          <p:nvPr>
            <p:ph type="title" hasCustomPrompt="1"/>
          </p:nvPr>
        </p:nvSpPr>
        <p:spPr>
          <a:xfrm>
            <a:off x="432000" y="1295997"/>
            <a:ext cx="3560400" cy="4696813"/>
          </a:xfrm>
        </p:spPr>
        <p:txBody>
          <a:bodyPr/>
          <a:lstStyle>
            <a:lvl1pPr>
              <a:defRPr sz="2400"/>
            </a:lvl1pPr>
          </a:lstStyle>
          <a:p>
            <a:r>
              <a:rPr lang="en-US" altLang="zh-CN"/>
              <a:t>Click to add title</a:t>
            </a:r>
            <a:endParaRPr lang="zh-CN" altLang="en-US" dirty="0"/>
          </a:p>
        </p:txBody>
      </p:sp>
      <p:sp>
        <p:nvSpPr>
          <p:cNvPr id="3" name="Content Placeholder 2"/>
          <p:cNvSpPr>
            <a:spLocks noGrp="1"/>
          </p:cNvSpPr>
          <p:nvPr>
            <p:ph idx="1" hasCustomPrompt="1"/>
          </p:nvPr>
        </p:nvSpPr>
        <p:spPr>
          <a:xfrm>
            <a:off x="4315107" y="1295999"/>
            <a:ext cx="3560400" cy="4696813"/>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8198213" y="1295999"/>
            <a:ext cx="3560400" cy="4696813"/>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22" name="Date Placeholder 21">
            <a:extLst>
              <a:ext uri="{FF2B5EF4-FFF2-40B4-BE49-F238E27FC236}">
                <a16:creationId xmlns:a16="http://schemas.microsoft.com/office/drawing/2014/main" id="{7B261A6A-0AB3-6B29-97E3-65E332BA557A}"/>
              </a:ext>
            </a:extLst>
          </p:cNvPr>
          <p:cNvSpPr>
            <a:spLocks noGrp="1"/>
          </p:cNvSpPr>
          <p:nvPr>
            <p:ph type="dt" sz="half" idx="25"/>
          </p:nvPr>
        </p:nvSpPr>
        <p:spPr/>
        <p:txBody>
          <a:bodyPr/>
          <a:lstStyle/>
          <a:p>
            <a:fld id="{2079327E-4BEA-44CC-9C3C-111550C8A4C7}" type="datetime2">
              <a:rPr lang="zh-CN" altLang="en-US" smtClean="0"/>
              <a:t>2024年3月20日</a:t>
            </a:fld>
            <a:endParaRPr lang="zh-CN" altLang="en-US" dirty="0"/>
          </a:p>
        </p:txBody>
      </p:sp>
      <p:sp>
        <p:nvSpPr>
          <p:cNvPr id="23" name="Footer Placeholder 22">
            <a:extLst>
              <a:ext uri="{FF2B5EF4-FFF2-40B4-BE49-F238E27FC236}">
                <a16:creationId xmlns:a16="http://schemas.microsoft.com/office/drawing/2014/main" id="{3F1967D3-C969-0779-3EEB-C1EB8656857A}"/>
              </a:ext>
            </a:extLst>
          </p:cNvPr>
          <p:cNvSpPr>
            <a:spLocks noGrp="1"/>
          </p:cNvSpPr>
          <p:nvPr>
            <p:ph type="ftr" sz="quarter" idx="26"/>
          </p:nvPr>
        </p:nvSpPr>
        <p:spPr/>
        <p:txBody>
          <a:bodyPr/>
          <a:lstStyle/>
          <a:p>
            <a:endParaRPr lang="zh-CN" altLang="en-US" dirty="0"/>
          </a:p>
        </p:txBody>
      </p:sp>
      <p:sp>
        <p:nvSpPr>
          <p:cNvPr id="24" name="Slide Number Placeholder 23">
            <a:extLst>
              <a:ext uri="{FF2B5EF4-FFF2-40B4-BE49-F238E27FC236}">
                <a16:creationId xmlns:a16="http://schemas.microsoft.com/office/drawing/2014/main" id="{ED8B651F-99AA-8B13-4C4B-C3FA81717744}"/>
              </a:ext>
            </a:extLst>
          </p:cNvPr>
          <p:cNvSpPr>
            <a:spLocks noGrp="1"/>
          </p:cNvSpPr>
          <p:nvPr>
            <p:ph type="sldNum" sz="quarter" idx="27"/>
          </p:nvPr>
        </p:nvSpPr>
        <p:spPr/>
        <p:txBody>
          <a:bodyPr/>
          <a:lstStyle/>
          <a:p>
            <a:fld id="{23AA811B-2EBD-4900-905E-5BE206449611}" type="slidenum">
              <a:rPr lang="en-US" altLang="zh-CN" smtClean="0"/>
              <a:pPr/>
              <a:t>‹#›</a:t>
            </a:fld>
            <a:endParaRPr lang="zh-CN" altLang="en-US" dirty="0"/>
          </a:p>
        </p:txBody>
      </p:sp>
      <p:pic>
        <p:nvPicPr>
          <p:cNvPr id="2" name="Logo">
            <a:extLst>
              <a:ext uri="{FF2B5EF4-FFF2-40B4-BE49-F238E27FC236}">
                <a16:creationId xmlns:a16="http://schemas.microsoft.com/office/drawing/2014/main" id="{156BC16E-C4D8-1D47-02F8-7CBE22A4687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998395503"/>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EPORT Three content">
    <p:bg>
      <p:bgPr>
        <a:solidFill>
          <a:srgbClr val="F3EEEA"/>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DF5836-A53C-4F9D-8208-19EFA158B21C}"/>
              </a:ext>
            </a:extLst>
          </p:cNvPr>
          <p:cNvSpPr>
            <a:spLocks noGrp="1"/>
          </p:cNvSpPr>
          <p:nvPr>
            <p:ph type="title" hasCustomPrompt="1"/>
          </p:nvPr>
        </p:nvSpPr>
        <p:spPr>
          <a:xfrm>
            <a:off x="432000" y="1295997"/>
            <a:ext cx="2588400" cy="4696813"/>
          </a:xfrm>
        </p:spPr>
        <p:txBody>
          <a:bodyPr/>
          <a:lstStyle>
            <a:lvl1pPr>
              <a:defRPr sz="2400"/>
            </a:lvl1pPr>
          </a:lstStyle>
          <a:p>
            <a:r>
              <a:rPr lang="en-US" altLang="zh-CN"/>
              <a:t>Click to add title</a:t>
            </a:r>
            <a:endParaRPr lang="zh-CN" altLang="en-US" dirty="0"/>
          </a:p>
        </p:txBody>
      </p:sp>
      <p:sp>
        <p:nvSpPr>
          <p:cNvPr id="3" name="Content Placeholder 2"/>
          <p:cNvSpPr>
            <a:spLocks noGrp="1"/>
          </p:cNvSpPr>
          <p:nvPr>
            <p:ph idx="1" hasCustomPrompt="1"/>
          </p:nvPr>
        </p:nvSpPr>
        <p:spPr>
          <a:xfrm>
            <a:off x="3344864" y="1295999"/>
            <a:ext cx="2588400" cy="4696813"/>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6257729" y="1295999"/>
            <a:ext cx="2588400" cy="4696813"/>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5" name="Content Placeholder 4">
            <a:extLst>
              <a:ext uri="{FF2B5EF4-FFF2-40B4-BE49-F238E27FC236}">
                <a16:creationId xmlns:a16="http://schemas.microsoft.com/office/drawing/2014/main" id="{63173555-621B-4368-85A5-D9E165C76349}"/>
              </a:ext>
            </a:extLst>
          </p:cNvPr>
          <p:cNvSpPr>
            <a:spLocks noGrp="1"/>
          </p:cNvSpPr>
          <p:nvPr>
            <p:ph sz="quarter" idx="13" hasCustomPrompt="1"/>
          </p:nvPr>
        </p:nvSpPr>
        <p:spPr>
          <a:xfrm>
            <a:off x="9170213" y="1295999"/>
            <a:ext cx="2588400" cy="4696813"/>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22" name="Date Placeholder 21">
            <a:extLst>
              <a:ext uri="{FF2B5EF4-FFF2-40B4-BE49-F238E27FC236}">
                <a16:creationId xmlns:a16="http://schemas.microsoft.com/office/drawing/2014/main" id="{7B261A6A-0AB3-6B29-97E3-65E332BA557A}"/>
              </a:ext>
            </a:extLst>
          </p:cNvPr>
          <p:cNvSpPr>
            <a:spLocks noGrp="1"/>
          </p:cNvSpPr>
          <p:nvPr>
            <p:ph type="dt" sz="half" idx="25"/>
          </p:nvPr>
        </p:nvSpPr>
        <p:spPr/>
        <p:txBody>
          <a:bodyPr/>
          <a:lstStyle/>
          <a:p>
            <a:fld id="{443B0C65-604B-49EF-B2B8-D1C0DCD77780}" type="datetime2">
              <a:rPr lang="zh-CN" altLang="en-US" smtClean="0"/>
              <a:t>2024年3月20日</a:t>
            </a:fld>
            <a:endParaRPr lang="zh-CN" altLang="en-US" dirty="0"/>
          </a:p>
        </p:txBody>
      </p:sp>
      <p:sp>
        <p:nvSpPr>
          <p:cNvPr id="23" name="Footer Placeholder 22">
            <a:extLst>
              <a:ext uri="{FF2B5EF4-FFF2-40B4-BE49-F238E27FC236}">
                <a16:creationId xmlns:a16="http://schemas.microsoft.com/office/drawing/2014/main" id="{3F1967D3-C969-0779-3EEB-C1EB8656857A}"/>
              </a:ext>
            </a:extLst>
          </p:cNvPr>
          <p:cNvSpPr>
            <a:spLocks noGrp="1"/>
          </p:cNvSpPr>
          <p:nvPr>
            <p:ph type="ftr" sz="quarter" idx="26"/>
          </p:nvPr>
        </p:nvSpPr>
        <p:spPr/>
        <p:txBody>
          <a:bodyPr/>
          <a:lstStyle/>
          <a:p>
            <a:endParaRPr lang="zh-CN" altLang="en-US" dirty="0"/>
          </a:p>
        </p:txBody>
      </p:sp>
      <p:sp>
        <p:nvSpPr>
          <p:cNvPr id="24" name="Slide Number Placeholder 23">
            <a:extLst>
              <a:ext uri="{FF2B5EF4-FFF2-40B4-BE49-F238E27FC236}">
                <a16:creationId xmlns:a16="http://schemas.microsoft.com/office/drawing/2014/main" id="{ED8B651F-99AA-8B13-4C4B-C3FA81717744}"/>
              </a:ext>
            </a:extLst>
          </p:cNvPr>
          <p:cNvSpPr>
            <a:spLocks noGrp="1"/>
          </p:cNvSpPr>
          <p:nvPr>
            <p:ph type="sldNum" sz="quarter" idx="27"/>
          </p:nvPr>
        </p:nvSpPr>
        <p:spPr/>
        <p:txBody>
          <a:bodyPr/>
          <a:lstStyle/>
          <a:p>
            <a:fld id="{23AA811B-2EBD-4900-905E-5BE206449611}" type="slidenum">
              <a:rPr lang="en-US" altLang="zh-CN" smtClean="0"/>
              <a:pPr/>
              <a:t>‹#›</a:t>
            </a:fld>
            <a:endParaRPr lang="zh-CN" altLang="en-US" dirty="0"/>
          </a:p>
        </p:txBody>
      </p:sp>
      <p:pic>
        <p:nvPicPr>
          <p:cNvPr id="2" name="Logo">
            <a:extLst>
              <a:ext uri="{FF2B5EF4-FFF2-40B4-BE49-F238E27FC236}">
                <a16:creationId xmlns:a16="http://schemas.microsoft.com/office/drawing/2014/main" id="{2315AAE8-06E5-1F02-90BC-4A6DDED49B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1708479127"/>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REPORT Five content">
    <p:bg>
      <p:bgPr>
        <a:solidFill>
          <a:srgbClr val="F3EEEA"/>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DF5836-A53C-4F9D-8208-19EFA158B21C}"/>
              </a:ext>
            </a:extLst>
          </p:cNvPr>
          <p:cNvSpPr>
            <a:spLocks noGrp="1"/>
          </p:cNvSpPr>
          <p:nvPr>
            <p:ph type="title" hasCustomPrompt="1"/>
          </p:nvPr>
        </p:nvSpPr>
        <p:spPr>
          <a:xfrm>
            <a:off x="432000" y="1296000"/>
            <a:ext cx="3560400" cy="1915200"/>
          </a:xfrm>
        </p:spPr>
        <p:txBody>
          <a:bodyPr/>
          <a:lstStyle>
            <a:lvl1pPr>
              <a:defRPr sz="2400"/>
            </a:lvl1p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3643200"/>
            <a:ext cx="3560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4315107" y="1296000"/>
            <a:ext cx="3560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5" name="Content Placeholder 4">
            <a:extLst>
              <a:ext uri="{FF2B5EF4-FFF2-40B4-BE49-F238E27FC236}">
                <a16:creationId xmlns:a16="http://schemas.microsoft.com/office/drawing/2014/main" id="{63173555-621B-4368-85A5-D9E165C76349}"/>
              </a:ext>
            </a:extLst>
          </p:cNvPr>
          <p:cNvSpPr>
            <a:spLocks noGrp="1"/>
          </p:cNvSpPr>
          <p:nvPr>
            <p:ph sz="quarter" idx="13" hasCustomPrompt="1"/>
          </p:nvPr>
        </p:nvSpPr>
        <p:spPr>
          <a:xfrm>
            <a:off x="4315107" y="3643200"/>
            <a:ext cx="3560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11" name="Content Placeholder 10">
            <a:extLst>
              <a:ext uri="{FF2B5EF4-FFF2-40B4-BE49-F238E27FC236}">
                <a16:creationId xmlns:a16="http://schemas.microsoft.com/office/drawing/2014/main" id="{0F68EC61-8561-4994-8A68-09675655FE31}"/>
              </a:ext>
            </a:extLst>
          </p:cNvPr>
          <p:cNvSpPr>
            <a:spLocks noGrp="1"/>
          </p:cNvSpPr>
          <p:nvPr>
            <p:ph sz="quarter" idx="14" hasCustomPrompt="1"/>
          </p:nvPr>
        </p:nvSpPr>
        <p:spPr>
          <a:xfrm>
            <a:off x="8198213" y="1296000"/>
            <a:ext cx="3560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13" name="Content Placeholder 12">
            <a:extLst>
              <a:ext uri="{FF2B5EF4-FFF2-40B4-BE49-F238E27FC236}">
                <a16:creationId xmlns:a16="http://schemas.microsoft.com/office/drawing/2014/main" id="{180BF4E0-B153-411A-B8D8-A592C7C565FF}"/>
              </a:ext>
            </a:extLst>
          </p:cNvPr>
          <p:cNvSpPr>
            <a:spLocks noGrp="1"/>
          </p:cNvSpPr>
          <p:nvPr>
            <p:ph sz="quarter" idx="15" hasCustomPrompt="1"/>
          </p:nvPr>
        </p:nvSpPr>
        <p:spPr>
          <a:xfrm>
            <a:off x="8198213" y="3643200"/>
            <a:ext cx="3560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22" name="Date Placeholder 21">
            <a:extLst>
              <a:ext uri="{FF2B5EF4-FFF2-40B4-BE49-F238E27FC236}">
                <a16:creationId xmlns:a16="http://schemas.microsoft.com/office/drawing/2014/main" id="{7B261A6A-0AB3-6B29-97E3-65E332BA557A}"/>
              </a:ext>
            </a:extLst>
          </p:cNvPr>
          <p:cNvSpPr>
            <a:spLocks noGrp="1"/>
          </p:cNvSpPr>
          <p:nvPr>
            <p:ph type="dt" sz="half" idx="25"/>
          </p:nvPr>
        </p:nvSpPr>
        <p:spPr/>
        <p:txBody>
          <a:bodyPr/>
          <a:lstStyle/>
          <a:p>
            <a:fld id="{441F0711-F342-4594-B771-EC21FF39D317}" type="datetime2">
              <a:rPr lang="zh-CN" altLang="en-US" smtClean="0"/>
              <a:t>2024年3月20日</a:t>
            </a:fld>
            <a:endParaRPr lang="zh-CN" altLang="en-US" dirty="0"/>
          </a:p>
        </p:txBody>
      </p:sp>
      <p:sp>
        <p:nvSpPr>
          <p:cNvPr id="23" name="Footer Placeholder 22">
            <a:extLst>
              <a:ext uri="{FF2B5EF4-FFF2-40B4-BE49-F238E27FC236}">
                <a16:creationId xmlns:a16="http://schemas.microsoft.com/office/drawing/2014/main" id="{3F1967D3-C969-0779-3EEB-C1EB8656857A}"/>
              </a:ext>
            </a:extLst>
          </p:cNvPr>
          <p:cNvSpPr>
            <a:spLocks noGrp="1"/>
          </p:cNvSpPr>
          <p:nvPr>
            <p:ph type="ftr" sz="quarter" idx="26"/>
          </p:nvPr>
        </p:nvSpPr>
        <p:spPr/>
        <p:txBody>
          <a:bodyPr/>
          <a:lstStyle/>
          <a:p>
            <a:endParaRPr lang="zh-CN" altLang="en-US" dirty="0"/>
          </a:p>
        </p:txBody>
      </p:sp>
      <p:sp>
        <p:nvSpPr>
          <p:cNvPr id="24" name="Slide Number Placeholder 23">
            <a:extLst>
              <a:ext uri="{FF2B5EF4-FFF2-40B4-BE49-F238E27FC236}">
                <a16:creationId xmlns:a16="http://schemas.microsoft.com/office/drawing/2014/main" id="{ED8B651F-99AA-8B13-4C4B-C3FA81717744}"/>
              </a:ext>
            </a:extLst>
          </p:cNvPr>
          <p:cNvSpPr>
            <a:spLocks noGrp="1"/>
          </p:cNvSpPr>
          <p:nvPr>
            <p:ph type="sldNum" sz="quarter" idx="27"/>
          </p:nvPr>
        </p:nvSpPr>
        <p:spPr/>
        <p:txBody>
          <a:bodyPr/>
          <a:lstStyle/>
          <a:p>
            <a:fld id="{23AA811B-2EBD-4900-905E-5BE206449611}" type="slidenum">
              <a:rPr lang="en-US" altLang="zh-CN" smtClean="0"/>
              <a:pPr/>
              <a:t>‹#›</a:t>
            </a:fld>
            <a:endParaRPr lang="zh-CN" altLang="en-US" dirty="0"/>
          </a:p>
        </p:txBody>
      </p:sp>
      <p:pic>
        <p:nvPicPr>
          <p:cNvPr id="2" name="Logo">
            <a:extLst>
              <a:ext uri="{FF2B5EF4-FFF2-40B4-BE49-F238E27FC236}">
                <a16:creationId xmlns:a16="http://schemas.microsoft.com/office/drawing/2014/main" id="{3266DD73-667B-DCF4-67BB-A5CEB165A73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675029224"/>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REPORT Seven content">
    <p:bg>
      <p:bgPr>
        <a:solidFill>
          <a:srgbClr val="F3EEEA"/>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DF5836-A53C-4F9D-8208-19EFA158B21C}"/>
              </a:ext>
            </a:extLst>
          </p:cNvPr>
          <p:cNvSpPr>
            <a:spLocks noGrp="1"/>
          </p:cNvSpPr>
          <p:nvPr>
            <p:ph type="title" hasCustomPrompt="1"/>
          </p:nvPr>
        </p:nvSpPr>
        <p:spPr>
          <a:xfrm>
            <a:off x="432000" y="1296000"/>
            <a:ext cx="2588400" cy="1915200"/>
          </a:xfrm>
        </p:spPr>
        <p:txBody>
          <a:bodyPr/>
          <a:lstStyle>
            <a:lvl1pPr>
              <a:defRPr sz="2400"/>
            </a:lvl1pPr>
          </a:lstStyle>
          <a:p>
            <a:r>
              <a:rPr lang="en-US" altLang="zh-CN"/>
              <a:t>Click to add title</a:t>
            </a:r>
            <a:endParaRPr lang="zh-CN" altLang="en-US" dirty="0"/>
          </a:p>
        </p:txBody>
      </p:sp>
      <p:sp>
        <p:nvSpPr>
          <p:cNvPr id="3" name="Content Placeholder 2"/>
          <p:cNvSpPr>
            <a:spLocks noGrp="1"/>
          </p:cNvSpPr>
          <p:nvPr>
            <p:ph idx="1" hasCustomPrompt="1"/>
          </p:nvPr>
        </p:nvSpPr>
        <p:spPr>
          <a:xfrm>
            <a:off x="432000" y="3643200"/>
            <a:ext cx="2588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3344864" y="1296000"/>
            <a:ext cx="2588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5" name="Content Placeholder 4">
            <a:extLst>
              <a:ext uri="{FF2B5EF4-FFF2-40B4-BE49-F238E27FC236}">
                <a16:creationId xmlns:a16="http://schemas.microsoft.com/office/drawing/2014/main" id="{63173555-621B-4368-85A5-D9E165C76349}"/>
              </a:ext>
            </a:extLst>
          </p:cNvPr>
          <p:cNvSpPr>
            <a:spLocks noGrp="1"/>
          </p:cNvSpPr>
          <p:nvPr>
            <p:ph sz="quarter" idx="13" hasCustomPrompt="1"/>
          </p:nvPr>
        </p:nvSpPr>
        <p:spPr>
          <a:xfrm>
            <a:off x="3344864" y="3643200"/>
            <a:ext cx="2588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11" name="Content Placeholder 10">
            <a:extLst>
              <a:ext uri="{FF2B5EF4-FFF2-40B4-BE49-F238E27FC236}">
                <a16:creationId xmlns:a16="http://schemas.microsoft.com/office/drawing/2014/main" id="{0F68EC61-8561-4994-8A68-09675655FE31}"/>
              </a:ext>
            </a:extLst>
          </p:cNvPr>
          <p:cNvSpPr>
            <a:spLocks noGrp="1"/>
          </p:cNvSpPr>
          <p:nvPr>
            <p:ph sz="quarter" idx="14" hasCustomPrompt="1"/>
          </p:nvPr>
        </p:nvSpPr>
        <p:spPr>
          <a:xfrm>
            <a:off x="6257729" y="1296000"/>
            <a:ext cx="2587822"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13" name="Content Placeholder 12">
            <a:extLst>
              <a:ext uri="{FF2B5EF4-FFF2-40B4-BE49-F238E27FC236}">
                <a16:creationId xmlns:a16="http://schemas.microsoft.com/office/drawing/2014/main" id="{180BF4E0-B153-411A-B8D8-A592C7C565FF}"/>
              </a:ext>
            </a:extLst>
          </p:cNvPr>
          <p:cNvSpPr>
            <a:spLocks noGrp="1"/>
          </p:cNvSpPr>
          <p:nvPr>
            <p:ph sz="quarter" idx="15" hasCustomPrompt="1"/>
          </p:nvPr>
        </p:nvSpPr>
        <p:spPr>
          <a:xfrm>
            <a:off x="6257729" y="3643200"/>
            <a:ext cx="2588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15" name="Content Placeholder 14">
            <a:extLst>
              <a:ext uri="{FF2B5EF4-FFF2-40B4-BE49-F238E27FC236}">
                <a16:creationId xmlns:a16="http://schemas.microsoft.com/office/drawing/2014/main" id="{F42111F8-D026-4080-A7D1-2BD64D26F371}"/>
              </a:ext>
            </a:extLst>
          </p:cNvPr>
          <p:cNvSpPr>
            <a:spLocks noGrp="1"/>
          </p:cNvSpPr>
          <p:nvPr>
            <p:ph sz="quarter" idx="16" hasCustomPrompt="1"/>
          </p:nvPr>
        </p:nvSpPr>
        <p:spPr>
          <a:xfrm>
            <a:off x="9170213" y="1296000"/>
            <a:ext cx="2588400" cy="1915200"/>
          </a:xfrm>
        </p:spPr>
        <p:txBody>
          <a:bodyPr/>
          <a:lstStyle>
            <a:lvl1pPr>
              <a:defRPr sz="1600"/>
            </a:lvl1pPr>
            <a:lvl2pPr>
              <a:defRPr sz="1400"/>
            </a:lvl2pPr>
            <a:lvl3pPr>
              <a:defRPr sz="1200"/>
            </a:lvl3pPr>
            <a:lvl4pPr>
              <a:defRPr sz="1600"/>
            </a:lvl4pPr>
            <a:lvl5pPr>
              <a:defRPr sz="1600"/>
            </a:lvl5pPr>
          </a:lstStyle>
          <a:p>
            <a:pPr lvl="0"/>
            <a:r>
              <a:rPr lang="en-US" altLang="zh-CN" noProof="0"/>
              <a:t>Click to add text                Enter &amp; TAB to view next text style                    SHIFT+TAB to view previous text style</a:t>
            </a:r>
            <a:endParaRPr lang="zh-CN" altLang="en-US" dirty="0"/>
          </a:p>
        </p:txBody>
      </p:sp>
      <p:sp>
        <p:nvSpPr>
          <p:cNvPr id="21" name="Content Placeholder 20">
            <a:extLst>
              <a:ext uri="{FF2B5EF4-FFF2-40B4-BE49-F238E27FC236}">
                <a16:creationId xmlns:a16="http://schemas.microsoft.com/office/drawing/2014/main" id="{12BE8FA1-8429-3E59-4329-D75343EBDC80}"/>
              </a:ext>
            </a:extLst>
          </p:cNvPr>
          <p:cNvSpPr>
            <a:spLocks noGrp="1"/>
          </p:cNvSpPr>
          <p:nvPr>
            <p:ph sz="quarter" idx="24"/>
          </p:nvPr>
        </p:nvSpPr>
        <p:spPr>
          <a:xfrm>
            <a:off x="9170213" y="3643200"/>
            <a:ext cx="2588400" cy="1915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22" name="Date Placeholder 21">
            <a:extLst>
              <a:ext uri="{FF2B5EF4-FFF2-40B4-BE49-F238E27FC236}">
                <a16:creationId xmlns:a16="http://schemas.microsoft.com/office/drawing/2014/main" id="{7B261A6A-0AB3-6B29-97E3-65E332BA557A}"/>
              </a:ext>
            </a:extLst>
          </p:cNvPr>
          <p:cNvSpPr>
            <a:spLocks noGrp="1"/>
          </p:cNvSpPr>
          <p:nvPr>
            <p:ph type="dt" sz="half" idx="25"/>
          </p:nvPr>
        </p:nvSpPr>
        <p:spPr/>
        <p:txBody>
          <a:bodyPr/>
          <a:lstStyle/>
          <a:p>
            <a:fld id="{F703912A-5EFB-4B21-8839-51E1A2BB2E9C}" type="datetime2">
              <a:rPr lang="zh-CN" altLang="en-US" smtClean="0"/>
              <a:t>2024年3月20日</a:t>
            </a:fld>
            <a:endParaRPr lang="zh-CN" altLang="en-US" dirty="0"/>
          </a:p>
        </p:txBody>
      </p:sp>
      <p:sp>
        <p:nvSpPr>
          <p:cNvPr id="23" name="Footer Placeholder 22">
            <a:extLst>
              <a:ext uri="{FF2B5EF4-FFF2-40B4-BE49-F238E27FC236}">
                <a16:creationId xmlns:a16="http://schemas.microsoft.com/office/drawing/2014/main" id="{3F1967D3-C969-0779-3EEB-C1EB8656857A}"/>
              </a:ext>
            </a:extLst>
          </p:cNvPr>
          <p:cNvSpPr>
            <a:spLocks noGrp="1"/>
          </p:cNvSpPr>
          <p:nvPr>
            <p:ph type="ftr" sz="quarter" idx="26"/>
          </p:nvPr>
        </p:nvSpPr>
        <p:spPr/>
        <p:txBody>
          <a:bodyPr/>
          <a:lstStyle/>
          <a:p>
            <a:endParaRPr lang="zh-CN" altLang="en-US" dirty="0"/>
          </a:p>
        </p:txBody>
      </p:sp>
      <p:sp>
        <p:nvSpPr>
          <p:cNvPr id="24" name="Slide Number Placeholder 23">
            <a:extLst>
              <a:ext uri="{FF2B5EF4-FFF2-40B4-BE49-F238E27FC236}">
                <a16:creationId xmlns:a16="http://schemas.microsoft.com/office/drawing/2014/main" id="{ED8B651F-99AA-8B13-4C4B-C3FA81717744}"/>
              </a:ext>
            </a:extLst>
          </p:cNvPr>
          <p:cNvSpPr>
            <a:spLocks noGrp="1"/>
          </p:cNvSpPr>
          <p:nvPr>
            <p:ph type="sldNum" sz="quarter" idx="27"/>
          </p:nvPr>
        </p:nvSpPr>
        <p:spPr/>
        <p:txBody>
          <a:bodyPr/>
          <a:lstStyle/>
          <a:p>
            <a:fld id="{23AA811B-2EBD-4900-905E-5BE206449611}" type="slidenum">
              <a:rPr lang="en-US" altLang="zh-CN" smtClean="0"/>
              <a:pPr/>
              <a:t>‹#›</a:t>
            </a:fld>
            <a:endParaRPr lang="zh-CN" altLang="en-US" dirty="0"/>
          </a:p>
        </p:txBody>
      </p:sp>
      <p:pic>
        <p:nvPicPr>
          <p:cNvPr id="2" name="Logo">
            <a:extLst>
              <a:ext uri="{FF2B5EF4-FFF2-40B4-BE49-F238E27FC236}">
                <a16:creationId xmlns:a16="http://schemas.microsoft.com/office/drawing/2014/main" id="{6373103F-C053-E6AB-8624-1A57572688C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4149690616"/>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60C35B-2366-A98F-8540-58AC40291286}"/>
              </a:ext>
            </a:extLst>
          </p:cNvPr>
          <p:cNvSpPr>
            <a:spLocks noGrp="1"/>
          </p:cNvSpPr>
          <p:nvPr>
            <p:ph type="dt" sz="half" idx="10"/>
          </p:nvPr>
        </p:nvSpPr>
        <p:spPr/>
        <p:txBody>
          <a:bodyPr/>
          <a:lstStyle/>
          <a:p>
            <a:fld id="{73AEF354-7602-4162-B676-785E16DB27E8}"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46F0EB71-A8EE-CF18-807D-A4655231F31D}"/>
              </a:ext>
            </a:extLst>
          </p:cNvPr>
          <p:cNvSpPr>
            <a:spLocks noGrp="1"/>
          </p:cNvSpPr>
          <p:nvPr>
            <p:ph type="ftr" sz="quarter" idx="11"/>
          </p:nvPr>
        </p:nvSpPr>
        <p:spPr/>
        <p:txBody>
          <a:bodyPr/>
          <a:lstStyle/>
          <a:p>
            <a:endParaRPr lang="zh-CN" altLang="en-US" dirty="0"/>
          </a:p>
        </p:txBody>
      </p:sp>
      <p:sp>
        <p:nvSpPr>
          <p:cNvPr id="7" name="Slide Number Placeholder 6">
            <a:extLst>
              <a:ext uri="{FF2B5EF4-FFF2-40B4-BE49-F238E27FC236}">
                <a16:creationId xmlns:a16="http://schemas.microsoft.com/office/drawing/2014/main" id="{AEF4170B-C4A3-744E-C4CE-948DDA766B50}"/>
              </a:ext>
            </a:extLst>
          </p:cNvPr>
          <p:cNvSpPr>
            <a:spLocks noGrp="1"/>
          </p:cNvSpPr>
          <p:nvPr>
            <p:ph type="sldNum" sz="quarter" idx="12"/>
          </p:nvPr>
        </p:nvSpPr>
        <p:spPr/>
        <p:txBody>
          <a:bodyPr/>
          <a:lstStyle/>
          <a:p>
            <a:fld id="{23AA811B-2EBD-4900-905E-5BE206449611}" type="slidenum">
              <a:rPr lang="en-US" altLang="zh-CN" smtClean="0"/>
              <a:pPr/>
              <a:t>‹#›</a:t>
            </a:fld>
            <a:endParaRPr lang="zh-CN" altLang="en-US" dirty="0"/>
          </a:p>
        </p:txBody>
      </p:sp>
      <p:pic>
        <p:nvPicPr>
          <p:cNvPr id="2" name="Logo">
            <a:extLst>
              <a:ext uri="{FF2B5EF4-FFF2-40B4-BE49-F238E27FC236}">
                <a16:creationId xmlns:a16="http://schemas.microsoft.com/office/drawing/2014/main" id="{D583CC55-F2B7-571E-5105-2FE9888EF47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84613" y="432000"/>
            <a:ext cx="774000" cy="299738"/>
          </a:xfrm>
          <a:prstGeom prst="rect">
            <a:avLst/>
          </a:prstGeom>
        </p:spPr>
      </p:pic>
    </p:spTree>
    <p:extLst>
      <p:ext uri="{BB962C8B-B14F-4D97-AF65-F5344CB8AC3E}">
        <p14:creationId xmlns:p14="http://schemas.microsoft.com/office/powerpoint/2010/main" val="28439488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9" name="Fast overskrift"/>
          <p:cNvSpPr txBox="1"/>
          <p:nvPr userDrawn="1"/>
        </p:nvSpPr>
        <p:spPr>
          <a:xfrm>
            <a:off x="431800" y="448713"/>
            <a:ext cx="11326813" cy="650171"/>
          </a:xfrm>
          <a:prstGeom prst="rect">
            <a:avLst/>
          </a:prstGeom>
          <a:noFill/>
        </p:spPr>
        <p:txBody>
          <a:bodyPr wrap="square" lIns="0" tIns="0" rIns="0" bIns="0" rtlCol="0" anchor="t" anchorCtr="0">
            <a:noAutofit/>
          </a:bodyPr>
          <a:lstStyle/>
          <a:p>
            <a:r>
              <a:rPr lang="en-US" altLang="zh-CN" sz="3200" b="0" noProof="1">
                <a:solidFill>
                  <a:schemeClr val="tx1"/>
                </a:solidFill>
                <a:latin typeface="+mj-lt"/>
                <a:cs typeface="Arial" panose="020B0604020202020204" pitchFamily="34" charset="0"/>
              </a:rPr>
              <a:t>TIPS &amp; TRICKS - YOUR USER GUIDE</a:t>
            </a:r>
            <a:endParaRPr lang="zh-CN" altLang="en-US" sz="3200" b="0" noProof="1">
              <a:solidFill>
                <a:schemeClr val="tx1"/>
              </a:solidFill>
              <a:latin typeface="+mj-lt"/>
              <a:cs typeface="Arial" panose="020B0604020202020204" pitchFamily="34" charset="0"/>
            </a:endParaRPr>
          </a:p>
        </p:txBody>
      </p:sp>
      <p:sp>
        <p:nvSpPr>
          <p:cNvPr id="13" name="Text Box 2">
            <a:extLst>
              <a:ext uri="{FF2B5EF4-FFF2-40B4-BE49-F238E27FC236}">
                <a16:creationId xmlns:a16="http://schemas.microsoft.com/office/drawing/2014/main" id="{0BB3B459-CDFE-44C8-879C-511BDE5A64B2}"/>
              </a:ext>
            </a:extLst>
          </p:cNvPr>
          <p:cNvSpPr txBox="1">
            <a:spLocks noChangeArrowheads="1"/>
          </p:cNvSpPr>
          <p:nvPr userDrawn="1"/>
        </p:nvSpPr>
        <p:spPr bwMode="auto">
          <a:xfrm>
            <a:off x="443785" y="1306551"/>
            <a:ext cx="2488986" cy="469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zh-CN" sz="1600" dirty="0">
                <a:solidFill>
                  <a:srgbClr val="000000"/>
                </a:solidFill>
                <a:latin typeface="+mn-lt"/>
                <a:cs typeface="Arial" panose="020B0604020202020204" pitchFamily="34" charset="0"/>
              </a:rPr>
              <a:t>TEXT STYLES</a:t>
            </a:r>
            <a:endParaRPr lang="zh-CN" altLang="en-US" sz="1600" b="0" noProof="1">
              <a:solidFill>
                <a:srgbClr val="000000"/>
              </a:solidFill>
              <a:latin typeface="+mn-lt"/>
              <a:cs typeface="Arial" panose="020B0604020202020204" pitchFamily="34" charset="0"/>
            </a:endParaRPr>
          </a:p>
          <a:p>
            <a:pPr eaLnBrk="1" hangingPunct="1">
              <a:spcAft>
                <a:spcPts val="600"/>
              </a:spcAft>
              <a:defRPr/>
            </a:pPr>
            <a:r>
              <a:rPr lang="en-US" altLang="zh-CN" sz="900" b="0" noProof="1">
                <a:solidFill>
                  <a:srgbClr val="000000"/>
                </a:solidFill>
                <a:latin typeface="+mn-lt"/>
                <a:cs typeface="Arial" panose="020B0604020202020204" pitchFamily="34" charset="0"/>
              </a:rPr>
              <a:t>Use the </a:t>
            </a:r>
            <a:r>
              <a:rPr lang="en-US" altLang="zh-CN" sz="900" b="1" noProof="1">
                <a:solidFill>
                  <a:srgbClr val="000000"/>
                </a:solidFill>
                <a:latin typeface="+mn-lt"/>
                <a:cs typeface="Arial" panose="020B0604020202020204" pitchFamily="34" charset="0"/>
              </a:rPr>
              <a:t>TAB</a:t>
            </a:r>
            <a:r>
              <a:rPr lang="en-US" altLang="zh-CN" sz="900" b="0" noProof="1">
                <a:solidFill>
                  <a:srgbClr val="000000"/>
                </a:solidFill>
                <a:latin typeface="+mn-lt"/>
                <a:cs typeface="Arial" panose="020B0604020202020204" pitchFamily="34" charset="0"/>
              </a:rPr>
              <a:t>-key</a:t>
            </a:r>
            <a:r>
              <a:rPr lang="zh-CN" altLang="en-US" sz="900" b="0" baseline="0" noProof="1">
                <a:solidFill>
                  <a:srgbClr val="000000"/>
                </a:solidFill>
                <a:latin typeface="+mn-lt"/>
                <a:cs typeface="Arial" panose="020B0604020202020204" pitchFamily="34" charset="0"/>
              </a:rPr>
              <a:t> </a:t>
            </a:r>
            <a:r>
              <a:rPr lang="en-US" altLang="zh-CN" sz="900" b="0" baseline="0" noProof="1">
                <a:solidFill>
                  <a:srgbClr val="000000"/>
                </a:solidFill>
                <a:latin typeface="+mn-lt"/>
                <a:cs typeface="Arial" panose="020B0604020202020204" pitchFamily="34" charset="0"/>
              </a:rPr>
              <a:t>to jump through levels. Click </a:t>
            </a:r>
            <a:r>
              <a:rPr lang="en-US" altLang="zh-CN" sz="900" b="1" baseline="0" noProof="1">
                <a:solidFill>
                  <a:srgbClr val="000000"/>
                </a:solidFill>
                <a:latin typeface="+mn-lt"/>
                <a:cs typeface="Arial" panose="020B0604020202020204" pitchFamily="34" charset="0"/>
              </a:rPr>
              <a:t>ENTER</a:t>
            </a:r>
            <a:r>
              <a:rPr lang="en-US" altLang="zh-CN" sz="900" b="0" baseline="0" noProof="1">
                <a:solidFill>
                  <a:srgbClr val="000000"/>
                </a:solidFill>
                <a:latin typeface="+mn-lt"/>
                <a:cs typeface="Arial" panose="020B0604020202020204" pitchFamily="34" charset="0"/>
              </a:rPr>
              <a:t>, then </a:t>
            </a:r>
            <a:r>
              <a:rPr lang="en-US" altLang="zh-CN" sz="900" b="1" baseline="0" noProof="1">
                <a:solidFill>
                  <a:srgbClr val="000000"/>
                </a:solidFill>
                <a:latin typeface="+mn-lt"/>
                <a:cs typeface="Arial" panose="020B0604020202020204" pitchFamily="34" charset="0"/>
              </a:rPr>
              <a:t>TAB</a:t>
            </a:r>
            <a:r>
              <a:rPr lang="zh-CN" altLang="en-US" sz="900" b="0" baseline="0" noProof="1">
                <a:solidFill>
                  <a:srgbClr val="000000"/>
                </a:solidFill>
                <a:latin typeface="+mn-lt"/>
                <a:cs typeface="Arial" panose="020B0604020202020204" pitchFamily="34" charset="0"/>
              </a:rPr>
              <a:t> </a:t>
            </a:r>
            <a:r>
              <a:rPr lang="en-US" altLang="zh-CN" sz="900" b="0" baseline="0" noProof="1">
                <a:solidFill>
                  <a:srgbClr val="000000"/>
                </a:solidFill>
                <a:latin typeface="+mn-lt"/>
                <a:cs typeface="Arial" panose="020B0604020202020204" pitchFamily="34" charset="0"/>
              </a:rPr>
              <a:t>to switch from one level to the next level</a:t>
            </a:r>
          </a:p>
          <a:p>
            <a:pPr eaLnBrk="1" hangingPunct="1">
              <a:spcAft>
                <a:spcPts val="600"/>
              </a:spcAft>
              <a:defRPr/>
            </a:pPr>
            <a:r>
              <a:rPr lang="en-US" altLang="zh-CN" sz="900" b="0" baseline="0" noProof="1">
                <a:solidFill>
                  <a:srgbClr val="000000"/>
                </a:solidFill>
                <a:latin typeface="+mn-lt"/>
                <a:cs typeface="Arial" panose="020B0604020202020204" pitchFamily="34" charset="0"/>
              </a:rPr>
              <a:t>To go back in levels use </a:t>
            </a:r>
            <a:r>
              <a:rPr lang="en-US" altLang="zh-CN" sz="900" b="1" baseline="0" noProof="1">
                <a:solidFill>
                  <a:srgbClr val="000000"/>
                </a:solidFill>
                <a:latin typeface="+mn-lt"/>
                <a:cs typeface="Arial" panose="020B0604020202020204" pitchFamily="34" charset="0"/>
              </a:rPr>
              <a:t>SHIFT-TAB</a:t>
            </a:r>
            <a:endParaRPr lang="zh-CN" altLang="en-US" sz="900" b="1" noProof="1">
              <a:solidFill>
                <a:srgbClr val="000000"/>
              </a:solidFill>
              <a:latin typeface="+mn-lt"/>
              <a:cs typeface="Arial" panose="020B0604020202020204" pitchFamily="34" charset="0"/>
            </a:endParaRPr>
          </a:p>
          <a:p>
            <a:pPr eaLnBrk="1" hangingPunct="1">
              <a:spcAft>
                <a:spcPts val="600"/>
              </a:spcAft>
              <a:defRPr/>
            </a:pPr>
            <a:r>
              <a:rPr lang="en-US" altLang="zh-CN" sz="900" noProof="1">
                <a:solidFill>
                  <a:srgbClr val="000000"/>
                </a:solidFill>
                <a:latin typeface="+mn-lt"/>
                <a:cs typeface="Arial" panose="020B0604020202020204" pitchFamily="34" charset="0"/>
              </a:rPr>
              <a:t>Alternatively, </a:t>
            </a:r>
            <a:r>
              <a:rPr lang="en-US" altLang="zh-CN" sz="900" b="1" noProof="1">
                <a:solidFill>
                  <a:srgbClr val="000000"/>
                </a:solidFill>
                <a:latin typeface="+mn-lt"/>
                <a:cs typeface="Arial" panose="020B0604020202020204" pitchFamily="34" charset="0"/>
              </a:rPr>
              <a:t>Increase</a:t>
            </a:r>
            <a:r>
              <a:rPr lang="zh-CN" altLang="en-US" sz="900" baseline="0" noProof="1">
                <a:solidFill>
                  <a:srgbClr val="000000"/>
                </a:solidFill>
                <a:latin typeface="+mn-lt"/>
                <a:cs typeface="Arial" panose="020B0604020202020204" pitchFamily="34" charset="0"/>
              </a:rPr>
              <a:t> </a:t>
            </a:r>
            <a:r>
              <a:rPr lang="en-US" altLang="zh-CN" sz="900" baseline="0" noProof="1">
                <a:solidFill>
                  <a:srgbClr val="000000"/>
                </a:solidFill>
                <a:latin typeface="+mn-lt"/>
                <a:cs typeface="Arial" panose="020B0604020202020204" pitchFamily="34" charset="0"/>
              </a:rPr>
              <a:t>and </a:t>
            </a:r>
            <a:r>
              <a:rPr lang="en-US" altLang="zh-CN" sz="900" b="1" baseline="0" noProof="1">
                <a:solidFill>
                  <a:srgbClr val="000000"/>
                </a:solidFill>
                <a:latin typeface="+mn-lt"/>
                <a:cs typeface="Arial" panose="020B0604020202020204" pitchFamily="34" charset="0"/>
              </a:rPr>
              <a:t>Decrease </a:t>
            </a:r>
            <a:r>
              <a:rPr lang="en-US" altLang="zh-CN" sz="900" baseline="0" noProof="1">
                <a:solidFill>
                  <a:srgbClr val="000000"/>
                </a:solidFill>
                <a:latin typeface="+mn-lt"/>
                <a:cs typeface="Arial" panose="020B0604020202020204" pitchFamily="34" charset="0"/>
              </a:rPr>
              <a:t>list level can be used</a:t>
            </a:r>
            <a:br>
              <a:rPr lang="zh-CN" altLang="en-US" sz="900" b="0" noProof="1">
                <a:solidFill>
                  <a:srgbClr val="000000"/>
                </a:solidFill>
                <a:latin typeface="+mn-lt"/>
                <a:cs typeface="Arial" panose="020B0604020202020204" pitchFamily="34" charset="0"/>
              </a:rPr>
            </a:br>
            <a:endParaRPr lang="zh-CN" altLang="en-US" sz="900" b="0" noProof="1">
              <a:solidFill>
                <a:srgbClr val="000000"/>
              </a:solidFill>
              <a:latin typeface="+mn-lt"/>
              <a:cs typeface="Arial" panose="020B0604020202020204" pitchFamily="34" charset="0"/>
            </a:endParaRPr>
          </a:p>
          <a:p>
            <a:pPr eaLnBrk="1" hangingPunct="1">
              <a:spcAft>
                <a:spcPts val="600"/>
              </a:spcAft>
              <a:defRPr/>
            </a:pPr>
            <a:r>
              <a:rPr lang="en-US" altLang="zh-CN" sz="900" b="1" noProof="1">
                <a:solidFill>
                  <a:srgbClr val="000000"/>
                </a:solidFill>
                <a:latin typeface="+mn-lt"/>
                <a:cs typeface="Arial" panose="020B0604020202020204" pitchFamily="34" charset="0"/>
              </a:rPr>
              <a:t>HINT: 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zh-CN" sz="900" b="0" noProof="1">
                <a:solidFill>
                  <a:srgbClr val="000000"/>
                </a:solidFill>
                <a:latin typeface="+mn-lt"/>
                <a:cs typeface="Arial" panose="020B0604020202020204" pitchFamily="34" charset="0"/>
              </a:rPr>
              <a:t>Delete bullet for regular text.</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Click on the bullet button to apply the correct bullet again</a:t>
            </a:r>
          </a:p>
          <a:p>
            <a:pPr marL="0" marR="0" lvl="0" indent="0" algn="l" defTabSz="914400" rtl="0" eaLnBrk="1" fontAlgn="auto" latinLnBrk="0" hangingPunct="1">
              <a:lnSpc>
                <a:spcPct val="100000"/>
              </a:lnSpc>
              <a:spcBef>
                <a:spcPts val="0"/>
              </a:spcBef>
              <a:spcAft>
                <a:spcPts val="600"/>
              </a:spcAft>
              <a:buClrTx/>
              <a:buSzTx/>
              <a:buFontTx/>
              <a:buNone/>
              <a:tabLst/>
              <a:defRPr/>
            </a:pPr>
            <a:br>
              <a:rPr lang="zh-CN" altLang="en-US" sz="900" b="0" noProof="1">
                <a:solidFill>
                  <a:srgbClr val="000000"/>
                </a:solidFill>
                <a:latin typeface="+mn-lt"/>
                <a:cs typeface="Arial" panose="020B0604020202020204" pitchFamily="34" charset="0"/>
              </a:rPr>
            </a:br>
            <a:r>
              <a:rPr lang="en-US" altLang="zh-CN" sz="1600" dirty="0">
                <a:solidFill>
                  <a:srgbClr val="000000"/>
                </a:solidFill>
                <a:latin typeface="+mn-lt"/>
                <a:cs typeface="Arial" panose="020B0604020202020204" pitchFamily="34" charset="0"/>
              </a:rPr>
              <a:t>SLIDES &amp; LAYOUTS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zh-CN" sz="900" b="0" noProof="1">
                <a:solidFill>
                  <a:srgbClr val="000000"/>
                </a:solidFill>
                <a:latin typeface="+mn-lt"/>
                <a:cs typeface="Arial" panose="020B0604020202020204" pitchFamily="34" charset="0"/>
              </a:rPr>
              <a:t>Click on the menu </a:t>
            </a:r>
            <a:r>
              <a:rPr lang="en-US" altLang="zh-CN" sz="900" b="1" noProof="1">
                <a:solidFill>
                  <a:srgbClr val="000000"/>
                </a:solidFill>
                <a:latin typeface="+mn-lt"/>
                <a:cs typeface="Arial" panose="020B0604020202020204" pitchFamily="34" charset="0"/>
              </a:rPr>
              <a:t>New Slide </a:t>
            </a:r>
            <a:r>
              <a:rPr lang="en-US" altLang="zh-CN" sz="900" b="0" noProof="1">
                <a:solidFill>
                  <a:srgbClr val="000000"/>
                </a:solidFill>
                <a:latin typeface="+mn-lt"/>
                <a:cs typeface="Arial" panose="020B0604020202020204" pitchFamily="34" charset="0"/>
              </a:rPr>
              <a:t>in the </a:t>
            </a:r>
            <a:r>
              <a:rPr lang="en-US" altLang="zh-CN" sz="900" b="1" noProof="1">
                <a:solidFill>
                  <a:srgbClr val="000000"/>
                </a:solidFill>
                <a:latin typeface="+mn-lt"/>
                <a:cs typeface="Arial" panose="020B0604020202020204" pitchFamily="34" charset="0"/>
              </a:rPr>
              <a:t>Home</a:t>
            </a:r>
            <a:r>
              <a:rPr lang="zh-CN" altLang="en-US" sz="900" b="0" noProof="1">
                <a:solidFill>
                  <a:srgbClr val="000000"/>
                </a:solidFill>
                <a:latin typeface="+mn-lt"/>
                <a:cs typeface="Arial" panose="020B0604020202020204" pitchFamily="34" charset="0"/>
              </a:rPr>
              <a:t> </a:t>
            </a:r>
            <a:r>
              <a:rPr lang="en-US" altLang="zh-CN" sz="900" b="0" noProof="1">
                <a:solidFill>
                  <a:srgbClr val="000000"/>
                </a:solidFill>
                <a:latin typeface="+mn-lt"/>
                <a:cs typeface="Arial" panose="020B0604020202020204" pitchFamily="34" charset="0"/>
              </a:rPr>
              <a:t>tab to insert a new slide</a:t>
            </a:r>
            <a:br>
              <a:rPr lang="en-US" altLang="zh-CN" sz="900" b="0" noProof="1">
                <a:solidFill>
                  <a:srgbClr val="000000"/>
                </a:solidFill>
                <a:latin typeface="+mn-lt"/>
                <a:cs typeface="Arial" panose="020B0604020202020204" pitchFamily="34" charset="0"/>
              </a:rPr>
            </a:br>
            <a:br>
              <a:rPr lang="en-US" altLang="zh-CN" sz="900" b="0" noProof="1">
                <a:solidFill>
                  <a:srgbClr val="000000"/>
                </a:solidFill>
                <a:latin typeface="+mn-lt"/>
                <a:cs typeface="Arial" panose="020B0604020202020204" pitchFamily="34" charset="0"/>
              </a:rPr>
            </a:br>
            <a:r>
              <a:rPr lang="en-US" altLang="zh-CN" sz="900" b="1" noProof="1">
                <a:solidFill>
                  <a:srgbClr val="000000"/>
                </a:solidFill>
                <a:latin typeface="+mn-lt"/>
                <a:cs typeface="Arial" panose="020B0604020202020204" pitchFamily="34" charset="0"/>
              </a:rPr>
              <a:t>Change layout</a:t>
            </a:r>
            <a:endParaRPr lang="zh-CN" altLang="en-US" sz="900" b="0" noProof="1">
              <a:solidFill>
                <a:srgbClr val="000000"/>
              </a:solidFill>
              <a:latin typeface="+mn-lt"/>
              <a:cs typeface="Arial" panose="020B0604020202020204" pitchFamily="34" charset="0"/>
            </a:endParaRPr>
          </a:p>
          <a:p>
            <a:pPr marL="0" indent="0">
              <a:spcAft>
                <a:spcPts val="600"/>
              </a:spcAft>
              <a:buFont typeface="+mj-lt"/>
              <a:buNone/>
            </a:pPr>
            <a:r>
              <a:rPr lang="en-US" altLang="zh-CN" sz="900" noProof="1">
                <a:solidFill>
                  <a:srgbClr val="000000"/>
                </a:solidFill>
                <a:latin typeface="+mn-lt"/>
                <a:ea typeface="Arial" panose="020B0604020202020204" pitchFamily="34" charset="0"/>
              </a:rPr>
              <a:t>Click on the arrow next to </a:t>
            </a:r>
            <a:r>
              <a:rPr lang="en-US" altLang="zh-CN" sz="900" b="1" noProof="1">
                <a:solidFill>
                  <a:srgbClr val="000000"/>
                </a:solidFill>
                <a:latin typeface="+mn-lt"/>
                <a:ea typeface="Arial" panose="020B0604020202020204" pitchFamily="34" charset="0"/>
              </a:rPr>
              <a:t>Layout </a:t>
            </a:r>
            <a:r>
              <a:rPr lang="en-US" altLang="zh-CN" sz="900" noProof="1">
                <a:solidFill>
                  <a:srgbClr val="000000"/>
                </a:solidFill>
                <a:latin typeface="+mn-lt"/>
                <a:ea typeface="Arial" panose="020B0604020202020204" pitchFamily="34" charset="0"/>
              </a:rPr>
              <a:t>to view </a:t>
            </a:r>
            <a:br>
              <a:rPr lang="en-US" altLang="zh-CN" sz="900" noProof="1">
                <a:solidFill>
                  <a:srgbClr val="000000"/>
                </a:solidFill>
                <a:latin typeface="+mn-lt"/>
                <a:ea typeface="Arial" panose="020B0604020202020204" pitchFamily="34" charset="0"/>
              </a:rPr>
            </a:br>
            <a:r>
              <a:rPr lang="en-US" altLang="zh-CN" sz="900" noProof="1">
                <a:solidFill>
                  <a:srgbClr val="000000"/>
                </a:solidFill>
                <a:latin typeface="+mn-lt"/>
                <a:ea typeface="Arial" panose="020B0604020202020204" pitchFamily="34" charset="0"/>
              </a:rPr>
              <a:t>a dropdown menu of possible slide layouts</a:t>
            </a:r>
          </a:p>
          <a:p>
            <a:pPr marL="0" marR="0" lvl="0" indent="0" algn="l" defTabSz="914400" rtl="0" eaLnBrk="1" fontAlgn="auto" latinLnBrk="0" hangingPunct="1">
              <a:lnSpc>
                <a:spcPct val="100000"/>
              </a:lnSpc>
              <a:spcBef>
                <a:spcPts val="0"/>
              </a:spcBef>
              <a:spcAft>
                <a:spcPts val="600"/>
              </a:spcAft>
              <a:buClrTx/>
              <a:buSzTx/>
              <a:buFontTx/>
              <a:buNone/>
              <a:tabLst/>
              <a:defRPr/>
            </a:pPr>
            <a:br>
              <a:rPr lang="zh-CN" altLang="en-US" sz="900" b="0" noProof="1">
                <a:solidFill>
                  <a:srgbClr val="000000"/>
                </a:solidFill>
                <a:latin typeface="+mn-lt"/>
                <a:cs typeface="Arial" panose="020B0604020202020204" pitchFamily="34" charset="0"/>
              </a:rPr>
            </a:br>
            <a:r>
              <a:rPr lang="en-US" altLang="zh-CN" sz="1600" b="0" cap="all" baseline="0" noProof="1">
                <a:solidFill>
                  <a:srgbClr val="000000"/>
                </a:solidFill>
                <a:latin typeface="+mn-lt"/>
                <a:cs typeface="Arial" panose="020B0604020202020204" pitchFamily="34" charset="0"/>
              </a:rPr>
              <a:t>Colors</a:t>
            </a:r>
            <a:endParaRPr lang="zh-CN" altLang="en-US" sz="1600" cap="all" baseline="0" dirty="0">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zh-CN" sz="900" b="0" noProof="1">
                <a:solidFill>
                  <a:srgbClr val="000000"/>
                </a:solidFill>
                <a:latin typeface="+mn-lt"/>
                <a:cs typeface="Arial" panose="020B0604020202020204" pitchFamily="34" charset="0"/>
              </a:rPr>
              <a:t>Use colors from top row and </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all Custom Colors</a:t>
            </a:r>
            <a:br>
              <a:rPr lang="en-US" altLang="zh-CN" sz="900" b="0" noProof="1">
                <a:solidFill>
                  <a:srgbClr val="000000"/>
                </a:solidFill>
                <a:latin typeface="+mn-lt"/>
                <a:cs typeface="Arial" panose="020B0604020202020204" pitchFamily="34" charset="0"/>
              </a:rPr>
            </a:br>
            <a:endParaRPr lang="zh-CN" altLang="en-US" sz="900" noProof="1">
              <a:solidFill>
                <a:srgbClr val="000000"/>
              </a:solidFill>
              <a:latin typeface="+mn-lt"/>
              <a:ea typeface="Arial" panose="020B0604020202020204" pitchFamily="34" charset="0"/>
            </a:endParaRPr>
          </a:p>
        </p:txBody>
      </p:sp>
      <p:sp>
        <p:nvSpPr>
          <p:cNvPr id="14" name="Text Box 3">
            <a:extLst>
              <a:ext uri="{FF2B5EF4-FFF2-40B4-BE49-F238E27FC236}">
                <a16:creationId xmlns:a16="http://schemas.microsoft.com/office/drawing/2014/main" id="{66B3FBB4-61DE-493B-8F38-CB78E008D9BE}"/>
              </a:ext>
            </a:extLst>
          </p:cNvPr>
          <p:cNvSpPr txBox="1">
            <a:spLocks noChangeArrowheads="1"/>
          </p:cNvSpPr>
          <p:nvPr userDrawn="1"/>
        </p:nvSpPr>
        <p:spPr bwMode="auto">
          <a:xfrm>
            <a:off x="4331286" y="1306551"/>
            <a:ext cx="2578056" cy="4001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fontAlgn="auto">
              <a:spcBef>
                <a:spcPts val="1200"/>
              </a:spcBef>
              <a:spcAft>
                <a:spcPts val="600"/>
              </a:spcAft>
              <a:buFont typeface="+mj-lt"/>
              <a:buNone/>
              <a:defRPr/>
            </a:pPr>
            <a:r>
              <a:rPr lang="en-US" altLang="zh-CN" sz="900" b="1" noProof="1">
                <a:solidFill>
                  <a:srgbClr val="000000"/>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zh-CN" sz="900" b="1" noProof="1">
                <a:solidFill>
                  <a:srgbClr val="000000"/>
                </a:solidFill>
                <a:latin typeface="+mn-lt"/>
                <a:cs typeface="Arial" panose="020B0604020202020204" pitchFamily="34" charset="0"/>
              </a:rPr>
              <a:t>1. </a:t>
            </a:r>
            <a:r>
              <a:rPr lang="en-US" altLang="zh-CN" sz="900" noProof="1">
                <a:solidFill>
                  <a:srgbClr val="000000"/>
                </a:solidFill>
                <a:latin typeface="+mn-lt"/>
                <a:cs typeface="Arial" panose="020B0604020202020204" pitchFamily="34" charset="0"/>
              </a:rPr>
              <a:t>Click the </a:t>
            </a:r>
            <a:r>
              <a:rPr lang="en-US" altLang="zh-CN" sz="900" b="1" noProof="1">
                <a:solidFill>
                  <a:srgbClr val="000000"/>
                </a:solidFill>
                <a:latin typeface="+mn-lt"/>
                <a:cs typeface="Arial" panose="020B0604020202020204" pitchFamily="34" charset="0"/>
              </a:rPr>
              <a:t>Home</a:t>
            </a:r>
            <a:r>
              <a:rPr lang="zh-CN" altLang="en-US" sz="900" noProof="1">
                <a:solidFill>
                  <a:srgbClr val="000000"/>
                </a:solidFill>
                <a:latin typeface="+mn-lt"/>
                <a:cs typeface="Arial" panose="020B0604020202020204" pitchFamily="34" charset="0"/>
              </a:rPr>
              <a:t> </a:t>
            </a:r>
            <a:r>
              <a:rPr lang="en-US" altLang="zh-CN" sz="900" noProof="1">
                <a:solidFill>
                  <a:srgbClr val="000000"/>
                </a:solidFill>
                <a:latin typeface="+mn-lt"/>
                <a:cs typeface="Arial" panose="020B0604020202020204" pitchFamily="34" charset="0"/>
              </a:rPr>
              <a:t>tab</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zh-CN" sz="900" b="1" noProof="1">
                <a:solidFill>
                  <a:srgbClr val="000000"/>
                </a:solidFill>
                <a:latin typeface="+mn-lt"/>
                <a:cs typeface="Arial" panose="020B0604020202020204" pitchFamily="34" charset="0"/>
              </a:rPr>
              <a:t>2. </a:t>
            </a:r>
            <a:r>
              <a:rPr lang="en-US" altLang="zh-CN" sz="900" noProof="1">
                <a:solidFill>
                  <a:srgbClr val="000000"/>
                </a:solidFill>
                <a:latin typeface="+mn-lt"/>
                <a:cs typeface="Arial" panose="020B0604020202020204" pitchFamily="34" charset="0"/>
              </a:rPr>
              <a:t>Click the </a:t>
            </a:r>
            <a:r>
              <a:rPr lang="en-US" altLang="zh-CN" sz="900" b="1" noProof="1">
                <a:solidFill>
                  <a:srgbClr val="000000"/>
                </a:solidFill>
                <a:latin typeface="+mn-lt"/>
                <a:cs typeface="Arial" panose="020B0604020202020204" pitchFamily="34" charset="0"/>
              </a:rPr>
              <a:t>Reset</a:t>
            </a:r>
            <a:r>
              <a:rPr lang="zh-CN" altLang="en-US" sz="900" noProof="1">
                <a:solidFill>
                  <a:srgbClr val="000000"/>
                </a:solidFill>
                <a:latin typeface="+mn-lt"/>
                <a:cs typeface="Arial" panose="020B0604020202020204" pitchFamily="34" charset="0"/>
              </a:rPr>
              <a:t> </a:t>
            </a:r>
            <a:r>
              <a:rPr lang="en-US" altLang="zh-CN" sz="900" noProof="1">
                <a:solidFill>
                  <a:srgbClr val="000000"/>
                </a:solidFill>
                <a:latin typeface="+mn-lt"/>
                <a:cs typeface="Arial" panose="020B0604020202020204" pitchFamily="34" charset="0"/>
              </a:rPr>
              <a:t>menu to reset position, size and formatting of the slide </a:t>
            </a:r>
            <a:br>
              <a:rPr lang="en-US" altLang="zh-CN" sz="900" noProof="1">
                <a:solidFill>
                  <a:srgbClr val="000000"/>
                </a:solidFill>
                <a:latin typeface="+mn-lt"/>
                <a:cs typeface="Arial" panose="020B0604020202020204" pitchFamily="34" charset="0"/>
              </a:rPr>
            </a:br>
            <a:r>
              <a:rPr lang="en-US" altLang="zh-CN" sz="900" noProof="1">
                <a:solidFill>
                  <a:srgbClr val="000000"/>
                </a:solidFill>
                <a:latin typeface="+mn-lt"/>
                <a:cs typeface="Arial" panose="020B0604020202020204" pitchFamily="34" charset="0"/>
              </a:rPr>
              <a:t>placeholders to their default settings</a:t>
            </a:r>
            <a:endParaRPr lang="zh-CN" altLang="en-US" sz="900" baseline="0" noProof="1">
              <a:solidFill>
                <a:srgbClr val="000000"/>
              </a:solidFill>
              <a:latin typeface="+mn-lt"/>
              <a:cs typeface="Arial" panose="020B0604020202020204" pitchFamily="34" charset="0"/>
            </a:endParaRPr>
          </a:p>
          <a:p>
            <a:pPr marL="0" marR="0" indent="0" algn="l" defTabSz="914400" rtl="0" eaLnBrk="1" fontAlgn="auto" latinLnBrk="0" hangingPunct="1">
              <a:lnSpc>
                <a:spcPct val="100000"/>
              </a:lnSpc>
              <a:spcBef>
                <a:spcPts val="0"/>
              </a:spcBef>
              <a:spcAft>
                <a:spcPts val="600"/>
              </a:spcAft>
              <a:buClrTx/>
              <a:buSzTx/>
              <a:buFont typeface="+mj-lt"/>
              <a:buNone/>
              <a:tabLst/>
              <a:defRPr/>
            </a:pPr>
            <a:endParaRPr lang="zh-CN" altLang="en-US" sz="900" b="1"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zh-CN" sz="1600" dirty="0">
                <a:solidFill>
                  <a:srgbClr val="000000"/>
                </a:solidFill>
                <a:latin typeface="+mn-lt"/>
                <a:cs typeface="Arial" panose="020B0604020202020204" pitchFamily="34" charset="0"/>
              </a:rPr>
              <a:t>PICTURES</a:t>
            </a:r>
            <a:endParaRPr lang="zh-CN" altLang="en-US" sz="1600" b="1" noProof="1">
              <a:solidFill>
                <a:srgbClr val="000000"/>
              </a:solidFill>
              <a:latin typeface="+mn-lt"/>
              <a:cs typeface="Arial" panose="020B0604020202020204" pitchFamily="34" charset="0"/>
            </a:endParaRPr>
          </a:p>
          <a:p>
            <a:pPr eaLnBrk="1" hangingPunct="1">
              <a:spcAft>
                <a:spcPts val="600"/>
              </a:spcAft>
              <a:defRPr/>
            </a:pPr>
            <a:r>
              <a:rPr lang="en-US" altLang="zh-CN" sz="900" b="0" noProof="1">
                <a:solidFill>
                  <a:srgbClr val="000000"/>
                </a:solidFill>
                <a:latin typeface="+mn-lt"/>
                <a:cs typeface="Arial" panose="020B0604020202020204" pitchFamily="34" charset="0"/>
              </a:rPr>
              <a:t>On slides with pictureplaceholder, click </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on the icon and choose </a:t>
            </a:r>
            <a:r>
              <a:rPr lang="en-US" altLang="zh-CN" sz="900" b="1" noProof="1">
                <a:solidFill>
                  <a:srgbClr val="000000"/>
                </a:solidFill>
                <a:latin typeface="+mn-lt"/>
                <a:cs typeface="Arial" panose="020B0604020202020204" pitchFamily="34" charset="0"/>
              </a:rPr>
              <a:t>Insert </a:t>
            </a:r>
            <a:r>
              <a:rPr lang="en-US" altLang="zh-CN" sz="900" b="0" noProof="1">
                <a:solidFill>
                  <a:srgbClr val="000000"/>
                </a:solidFill>
                <a:latin typeface="+mn-lt"/>
                <a:cs typeface="Arial" panose="020B0604020202020204" pitchFamily="34" charset="0"/>
              </a:rPr>
              <a:t>to browse </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for picture</a:t>
            </a:r>
            <a:endParaRPr lang="zh-CN" altLang="en-US" sz="900" b="1" noProof="1">
              <a:solidFill>
                <a:srgbClr val="000000"/>
              </a:solidFill>
              <a:latin typeface="+mn-lt"/>
              <a:cs typeface="Arial" panose="020B0604020202020204" pitchFamily="34" charset="0"/>
            </a:endParaRPr>
          </a:p>
          <a:p>
            <a:pPr eaLnBrk="1" hangingPunct="1">
              <a:spcBef>
                <a:spcPts val="1200"/>
              </a:spcBef>
              <a:spcAft>
                <a:spcPts val="600"/>
              </a:spcAft>
              <a:defRPr/>
            </a:pPr>
            <a:r>
              <a:rPr lang="en-US" altLang="zh-CN" sz="900" b="1" noProof="1">
                <a:solidFill>
                  <a:srgbClr val="000000"/>
                </a:solidFill>
                <a:latin typeface="+mn-lt"/>
                <a:cs typeface="Arial" panose="020B0604020202020204" pitchFamily="34" charset="0"/>
              </a:rPr>
              <a:t>Crop picture</a:t>
            </a:r>
          </a:p>
          <a:p>
            <a:pPr eaLnBrk="1" hangingPunct="1">
              <a:spcAft>
                <a:spcPts val="600"/>
              </a:spcAft>
              <a:defRPr/>
            </a:pPr>
            <a:r>
              <a:rPr lang="en-US" altLang="zh-CN" sz="900" b="1" noProof="1">
                <a:solidFill>
                  <a:srgbClr val="000000"/>
                </a:solidFill>
                <a:latin typeface="+mn-lt"/>
                <a:cs typeface="Arial" panose="020B0604020202020204" pitchFamily="34" charset="0"/>
              </a:rPr>
              <a:t>1. </a:t>
            </a:r>
            <a:r>
              <a:rPr lang="en-US" altLang="zh-CN" sz="900" b="0" noProof="1">
                <a:solidFill>
                  <a:srgbClr val="000000"/>
                </a:solidFill>
                <a:latin typeface="+mn-lt"/>
                <a:cs typeface="Arial" panose="020B0604020202020204" pitchFamily="34" charset="0"/>
              </a:rPr>
              <a:t>Click </a:t>
            </a:r>
            <a:r>
              <a:rPr lang="en-US" altLang="zh-CN" sz="900" b="1" noProof="1">
                <a:solidFill>
                  <a:srgbClr val="000000"/>
                </a:solidFill>
                <a:latin typeface="+mn-lt"/>
                <a:cs typeface="Arial" panose="020B0604020202020204" pitchFamily="34" charset="0"/>
              </a:rPr>
              <a:t>Crop</a:t>
            </a:r>
            <a:r>
              <a:rPr lang="zh-CN" altLang="en-US" sz="900" b="0" noProof="1">
                <a:solidFill>
                  <a:srgbClr val="000000"/>
                </a:solidFill>
                <a:latin typeface="+mn-lt"/>
                <a:cs typeface="Arial" panose="020B0604020202020204" pitchFamily="34" charset="0"/>
              </a:rPr>
              <a:t> </a:t>
            </a:r>
            <a:r>
              <a:rPr lang="en-US" altLang="zh-CN" sz="900" b="0" noProof="1">
                <a:solidFill>
                  <a:srgbClr val="000000"/>
                </a:solidFill>
                <a:latin typeface="+mn-lt"/>
                <a:cs typeface="Arial" panose="020B0604020202020204" pitchFamily="34" charset="0"/>
              </a:rPr>
              <a:t>to change size or </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focus of the picture</a:t>
            </a:r>
          </a:p>
          <a:p>
            <a:pPr eaLnBrk="1" hangingPunct="1">
              <a:spcAft>
                <a:spcPts val="600"/>
              </a:spcAft>
              <a:defRPr/>
            </a:pPr>
            <a:r>
              <a:rPr lang="en-US" altLang="zh-CN" sz="900" b="1" noProof="1">
                <a:solidFill>
                  <a:srgbClr val="000000"/>
                </a:solidFill>
                <a:latin typeface="+mn-lt"/>
                <a:cs typeface="Arial" panose="020B0604020202020204" pitchFamily="34" charset="0"/>
              </a:rPr>
              <a:t>2. </a:t>
            </a:r>
            <a:r>
              <a:rPr lang="en-US" altLang="zh-CN" sz="900" b="0" noProof="1">
                <a:solidFill>
                  <a:srgbClr val="000000"/>
                </a:solidFill>
                <a:latin typeface="+mn-lt"/>
                <a:cs typeface="Arial" panose="020B0604020202020204" pitchFamily="34" charset="0"/>
              </a:rPr>
              <a:t>If you want to scale the picture, </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hold </a:t>
            </a:r>
            <a:r>
              <a:rPr lang="en-US" altLang="zh-CN" sz="900" b="1" noProof="1">
                <a:solidFill>
                  <a:srgbClr val="000000"/>
                </a:solidFill>
                <a:latin typeface="+mn-lt"/>
                <a:cs typeface="Arial" panose="020B0604020202020204" pitchFamily="34" charset="0"/>
              </a:rPr>
              <a:t>SHIFT</a:t>
            </a:r>
            <a:r>
              <a:rPr lang="en-US" altLang="zh-CN" sz="900" b="0" noProof="1">
                <a:solidFill>
                  <a:srgbClr val="000000"/>
                </a:solidFill>
                <a:latin typeface="+mn-lt"/>
                <a:cs typeface="Arial" panose="020B0604020202020204" pitchFamily="34" charset="0"/>
              </a:rPr>
              <a:t>-key down while </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dragging the corners of the picture</a:t>
            </a:r>
            <a:br>
              <a:rPr lang="en-US" altLang="zh-CN" sz="900" b="0" noProof="1">
                <a:solidFill>
                  <a:srgbClr val="000000"/>
                </a:solidFill>
                <a:latin typeface="+mn-lt"/>
                <a:cs typeface="Arial" panose="020B0604020202020204" pitchFamily="34" charset="0"/>
              </a:rPr>
            </a:br>
            <a:endParaRPr lang="en-US" altLang="zh-CN" sz="900" b="0" noProof="1">
              <a:solidFill>
                <a:srgbClr val="000000"/>
              </a:solidFill>
              <a:latin typeface="+mn-lt"/>
              <a:cs typeface="Arial" panose="020B0604020202020204" pitchFamily="34" charset="0"/>
            </a:endParaRPr>
          </a:p>
          <a:p>
            <a:pPr eaLnBrk="1" hangingPunct="1">
              <a:spcAft>
                <a:spcPts val="600"/>
              </a:spcAft>
              <a:defRPr/>
            </a:pPr>
            <a:r>
              <a:rPr lang="en-US" altLang="zh-CN" sz="900" b="1" noProof="1">
                <a:solidFill>
                  <a:srgbClr val="000000"/>
                </a:solidFill>
                <a:latin typeface="+mn-lt"/>
                <a:cs typeface="Arial" panose="020B0604020202020204" pitchFamily="34" charset="0"/>
              </a:rPr>
              <a:t>HINT: </a:t>
            </a:r>
            <a:r>
              <a:rPr lang="en-US" altLang="zh-CN" sz="900" b="0" noProof="1">
                <a:solidFill>
                  <a:srgbClr val="000000"/>
                </a:solidFill>
                <a:latin typeface="+mn-lt"/>
                <a:cs typeface="Arial" panose="020B0604020202020204" pitchFamily="34" charset="0"/>
              </a:rPr>
              <a:t>If you delete the picture and insert a new one, the picture may lie in front of the text or graphic. If this happens, select the picture, right-click and choose </a:t>
            </a:r>
            <a:r>
              <a:rPr lang="en-US" altLang="zh-CN" sz="900" b="1" noProof="1">
                <a:solidFill>
                  <a:srgbClr val="000000"/>
                </a:solidFill>
                <a:latin typeface="+mn-lt"/>
                <a:cs typeface="Arial" panose="020B0604020202020204" pitchFamily="34" charset="0"/>
              </a:rPr>
              <a:t>Send to Back</a:t>
            </a:r>
            <a:endParaRPr lang="zh-CN" altLang="en-US" sz="900" b="1" noProof="1">
              <a:solidFill>
                <a:srgbClr val="000000"/>
              </a:solidFill>
              <a:latin typeface="+mn-lt"/>
              <a:cs typeface="Arial" panose="020B0604020202020204" pitchFamily="34" charset="0"/>
            </a:endParaRPr>
          </a:p>
        </p:txBody>
      </p:sp>
      <p:sp>
        <p:nvSpPr>
          <p:cNvPr id="15" name="Text Box 4">
            <a:extLst>
              <a:ext uri="{FF2B5EF4-FFF2-40B4-BE49-F238E27FC236}">
                <a16:creationId xmlns:a16="http://schemas.microsoft.com/office/drawing/2014/main" id="{17EA80A0-F605-4897-AE2A-18933CAB6DBB}"/>
              </a:ext>
            </a:extLst>
          </p:cNvPr>
          <p:cNvSpPr txBox="1">
            <a:spLocks noChangeArrowheads="1"/>
          </p:cNvSpPr>
          <p:nvPr userDrawn="1"/>
        </p:nvSpPr>
        <p:spPr bwMode="auto">
          <a:xfrm>
            <a:off x="8210588" y="1306551"/>
            <a:ext cx="2505733"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8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zh-CN" sz="1600" dirty="0">
                <a:solidFill>
                  <a:srgbClr val="000000"/>
                </a:solidFill>
                <a:latin typeface="+mn-lt"/>
                <a:cs typeface="Arial" panose="020B0604020202020204" pitchFamily="34" charset="0"/>
              </a:rPr>
              <a:t>HEADER &amp; FOOTER</a:t>
            </a:r>
            <a:endParaRPr lang="zh-CN" altLang="en-US" sz="1600" b="0" noProof="1">
              <a:solidFill>
                <a:srgbClr val="000000"/>
              </a:solidFill>
              <a:latin typeface="+mn-lt"/>
              <a:cs typeface="Arial" panose="020B0604020202020204" pitchFamily="34" charset="0"/>
            </a:endParaRPr>
          </a:p>
          <a:p>
            <a:pPr eaLnBrk="1" hangingPunct="1">
              <a:spcAft>
                <a:spcPts val="600"/>
              </a:spcAft>
              <a:defRPr/>
            </a:pPr>
            <a:r>
              <a:rPr lang="en-US" altLang="zh-CN" sz="900" b="0" noProof="1">
                <a:solidFill>
                  <a:srgbClr val="000000"/>
                </a:solidFill>
                <a:latin typeface="+mn-lt"/>
                <a:cs typeface="Arial" panose="020B0604020202020204" pitchFamily="34" charset="0"/>
              </a:rPr>
              <a:t>Do this at the very end to apply the changes on all slides</a:t>
            </a:r>
          </a:p>
          <a:p>
            <a:pPr eaLnBrk="1" hangingPunct="1">
              <a:spcAft>
                <a:spcPts val="600"/>
              </a:spcAft>
              <a:defRPr/>
            </a:pPr>
            <a:r>
              <a:rPr lang="en-US" altLang="zh-CN" sz="900" b="0" noProof="1">
                <a:solidFill>
                  <a:srgbClr val="000000"/>
                </a:solidFill>
                <a:latin typeface="+mn-lt"/>
                <a:cs typeface="Arial" panose="020B0604020202020204" pitchFamily="34" charset="0"/>
              </a:rPr>
              <a:t>Click on </a:t>
            </a:r>
            <a:r>
              <a:rPr lang="en-US" altLang="zh-CN" sz="900" b="1" noProof="1">
                <a:solidFill>
                  <a:srgbClr val="000000"/>
                </a:solidFill>
                <a:latin typeface="+mn-lt"/>
                <a:cs typeface="Arial" panose="020B0604020202020204" pitchFamily="34" charset="0"/>
              </a:rPr>
              <a:t>Header and Footer </a:t>
            </a:r>
            <a:r>
              <a:rPr lang="en-US" altLang="zh-CN" sz="900" b="0" noProof="1">
                <a:solidFill>
                  <a:srgbClr val="000000"/>
                </a:solidFill>
                <a:latin typeface="+mn-lt"/>
                <a:cs typeface="Arial" panose="020B0604020202020204" pitchFamily="34" charset="0"/>
              </a:rPr>
              <a:t>in the </a:t>
            </a:r>
            <a:r>
              <a:rPr lang="en-US" altLang="zh-CN" sz="900" b="1" noProof="1">
                <a:solidFill>
                  <a:srgbClr val="000000"/>
                </a:solidFill>
                <a:latin typeface="+mn-lt"/>
                <a:cs typeface="Arial" panose="020B0604020202020204" pitchFamily="34" charset="0"/>
              </a:rPr>
              <a:t>Insert</a:t>
            </a:r>
            <a:r>
              <a:rPr lang="zh-CN" altLang="en-US" sz="900" b="0" noProof="1">
                <a:solidFill>
                  <a:srgbClr val="000000"/>
                </a:solidFill>
                <a:latin typeface="+mn-lt"/>
                <a:cs typeface="Arial" panose="020B0604020202020204" pitchFamily="34" charset="0"/>
              </a:rPr>
              <a:t> </a:t>
            </a:r>
            <a:r>
              <a:rPr lang="en-US" altLang="zh-CN" sz="900" b="0" noProof="1">
                <a:solidFill>
                  <a:srgbClr val="000000"/>
                </a:solidFill>
                <a:latin typeface="+mn-lt"/>
                <a:cs typeface="Arial" panose="020B0604020202020204" pitchFamily="34" charset="0"/>
              </a:rPr>
              <a:t>tab. Write the desired text in Footer field</a:t>
            </a:r>
          </a:p>
          <a:p>
            <a:pPr eaLnBrk="1" hangingPunct="1">
              <a:spcAft>
                <a:spcPts val="600"/>
              </a:spcAft>
              <a:defRPr/>
            </a:pPr>
            <a:r>
              <a:rPr lang="en-US" altLang="zh-CN" sz="900" b="0" noProof="1">
                <a:solidFill>
                  <a:srgbClr val="000000"/>
                </a:solidFill>
                <a:latin typeface="+mn-lt"/>
                <a:cs typeface="Arial" panose="020B0604020202020204" pitchFamily="34" charset="0"/>
              </a:rPr>
              <a:t>Click </a:t>
            </a:r>
            <a:r>
              <a:rPr lang="en-US" altLang="zh-CN" sz="900" b="1" noProof="1">
                <a:solidFill>
                  <a:srgbClr val="000000"/>
                </a:solidFill>
                <a:latin typeface="+mn-lt"/>
                <a:cs typeface="Arial" panose="020B0604020202020204" pitchFamily="34" charset="0"/>
              </a:rPr>
              <a:t>Apply to All (apply text on all slides) </a:t>
            </a:r>
            <a:r>
              <a:rPr lang="en-US" altLang="zh-CN" sz="900" b="0" noProof="1">
                <a:solidFill>
                  <a:srgbClr val="000000"/>
                </a:solidFill>
                <a:latin typeface="+mn-lt"/>
                <a:cs typeface="Arial" panose="020B0604020202020204" pitchFamily="34" charset="0"/>
              </a:rPr>
              <a:t>or click </a:t>
            </a:r>
            <a:r>
              <a:rPr lang="en-US" altLang="zh-CN" sz="900" b="1" noProof="1">
                <a:solidFill>
                  <a:srgbClr val="000000"/>
                </a:solidFill>
                <a:latin typeface="+mn-lt"/>
                <a:cs typeface="Arial" panose="020B0604020202020204" pitchFamily="34" charset="0"/>
              </a:rPr>
              <a:t>Apply</a:t>
            </a:r>
            <a:r>
              <a:rPr lang="zh-CN" altLang="en-US" sz="900" b="0" noProof="1">
                <a:solidFill>
                  <a:srgbClr val="000000"/>
                </a:solidFill>
                <a:latin typeface="+mn-lt"/>
                <a:cs typeface="Arial" panose="020B0604020202020204" pitchFamily="34" charset="0"/>
              </a:rPr>
              <a:t> </a:t>
            </a:r>
            <a:r>
              <a:rPr lang="en-US" altLang="zh-CN" sz="900" b="0" noProof="1">
                <a:solidFill>
                  <a:srgbClr val="000000"/>
                </a:solidFill>
                <a:latin typeface="+mn-lt"/>
                <a:cs typeface="Arial" panose="020B0604020202020204" pitchFamily="34" charset="0"/>
              </a:rPr>
              <a:t>(apply text on </a:t>
            </a:r>
            <a:r>
              <a:rPr lang="en-US" altLang="zh-CN" sz="900" b="1" noProof="1">
                <a:solidFill>
                  <a:srgbClr val="000000"/>
                </a:solidFill>
                <a:latin typeface="+mn-lt"/>
                <a:cs typeface="Arial" panose="020B0604020202020204" pitchFamily="34" charset="0"/>
              </a:rPr>
              <a:t>one or several selected</a:t>
            </a:r>
            <a:r>
              <a:rPr lang="zh-CN" altLang="en-US" sz="900" b="0" noProof="1">
                <a:solidFill>
                  <a:srgbClr val="000000"/>
                </a:solidFill>
                <a:latin typeface="+mn-lt"/>
                <a:cs typeface="Arial" panose="020B0604020202020204" pitchFamily="34" charset="0"/>
              </a:rPr>
              <a:t> </a:t>
            </a:r>
            <a:r>
              <a:rPr lang="en-US" altLang="zh-CN" sz="900" b="0" noProof="1">
                <a:solidFill>
                  <a:srgbClr val="000000"/>
                </a:solidFill>
                <a:latin typeface="+mn-lt"/>
                <a:cs typeface="Arial" panose="020B0604020202020204" pitchFamily="34" charset="0"/>
              </a:rPr>
              <a:t>slide(s)</a:t>
            </a:r>
            <a:br>
              <a:rPr lang="en-US" altLang="zh-CN" sz="900" b="0" noProof="1">
                <a:solidFill>
                  <a:srgbClr val="000000"/>
                </a:solidFill>
                <a:latin typeface="+mn-lt"/>
                <a:cs typeface="Arial" panose="020B0604020202020204" pitchFamily="34" charset="0"/>
              </a:rPr>
            </a:br>
            <a:endParaRPr lang="en-US" altLang="zh-CN" sz="900" b="0" noProof="1">
              <a:solidFill>
                <a:srgbClr val="000000"/>
              </a:solidFill>
              <a:latin typeface="+mn-lt"/>
              <a:cs typeface="Arial" panose="020B0604020202020204" pitchFamily="34" charset="0"/>
            </a:endParaRPr>
          </a:p>
          <a:p>
            <a:pPr eaLnBrk="1" hangingPunct="1">
              <a:spcAft>
                <a:spcPts val="600"/>
              </a:spcAft>
              <a:defRPr/>
            </a:pPr>
            <a:r>
              <a:rPr lang="en-US" altLang="zh-CN" sz="1600" dirty="0">
                <a:solidFill>
                  <a:srgbClr val="000000"/>
                </a:solidFill>
                <a:latin typeface="+mn-lt"/>
                <a:cs typeface="Arial" panose="020B0604020202020204" pitchFamily="34" charset="0"/>
              </a:rPr>
              <a:t>GUIDES</a:t>
            </a:r>
          </a:p>
          <a:p>
            <a:pPr eaLnBrk="1" hangingPunct="1">
              <a:spcAft>
                <a:spcPts val="600"/>
              </a:spcAft>
              <a:defRPr/>
            </a:pPr>
            <a:r>
              <a:rPr lang="en-US" altLang="zh-CN" sz="900" b="0" noProof="1">
                <a:solidFill>
                  <a:srgbClr val="000000"/>
                </a:solidFill>
                <a:latin typeface="+mn-lt"/>
                <a:cs typeface="Arial" panose="020B0604020202020204" pitchFamily="34" charset="0"/>
              </a:rPr>
              <a:t>Click the </a:t>
            </a:r>
            <a:r>
              <a:rPr lang="en-US" altLang="zh-CN" sz="900" b="1" noProof="1">
                <a:solidFill>
                  <a:srgbClr val="000000"/>
                </a:solidFill>
                <a:latin typeface="+mn-lt"/>
                <a:cs typeface="Arial" panose="020B0604020202020204" pitchFamily="34" charset="0"/>
              </a:rPr>
              <a:t>View</a:t>
            </a:r>
            <a:r>
              <a:rPr lang="zh-CN" altLang="en-US" sz="900" b="0" noProof="1">
                <a:solidFill>
                  <a:srgbClr val="000000"/>
                </a:solidFill>
                <a:latin typeface="+mn-lt"/>
                <a:cs typeface="Arial" panose="020B0604020202020204" pitchFamily="34" charset="0"/>
              </a:rPr>
              <a:t> </a:t>
            </a:r>
            <a:r>
              <a:rPr lang="en-US" altLang="zh-CN" sz="900" b="0" noProof="1">
                <a:solidFill>
                  <a:srgbClr val="000000"/>
                </a:solidFill>
                <a:latin typeface="+mn-lt"/>
                <a:cs typeface="Arial" panose="020B0604020202020204" pitchFamily="34" charset="0"/>
              </a:rPr>
              <a:t>tab and set tick mark next </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to </a:t>
            </a:r>
            <a:r>
              <a:rPr lang="en-US" altLang="zh-CN" sz="900" b="1" noProof="1">
                <a:solidFill>
                  <a:srgbClr val="000000"/>
                </a:solidFill>
                <a:latin typeface="+mn-lt"/>
                <a:cs typeface="Arial" panose="020B0604020202020204" pitchFamily="34" charset="0"/>
              </a:rPr>
              <a:t>Guides</a:t>
            </a:r>
            <a:endParaRPr lang="zh-CN" altLang="en-US" sz="900" b="0" noProof="1">
              <a:solidFill>
                <a:srgbClr val="000000"/>
              </a:solidFill>
              <a:latin typeface="+mn-lt"/>
              <a:cs typeface="Arial" panose="020B0604020202020204" pitchFamily="34" charset="0"/>
            </a:endParaRPr>
          </a:p>
          <a:p>
            <a:pPr eaLnBrk="1" hangingPunct="1">
              <a:spcAft>
                <a:spcPts val="600"/>
              </a:spcAft>
              <a:defRPr/>
            </a:pPr>
            <a:r>
              <a:rPr lang="en-US" altLang="zh-CN" sz="900" b="1" noProof="1">
                <a:solidFill>
                  <a:srgbClr val="000000"/>
                </a:solidFill>
                <a:latin typeface="+mn-lt"/>
                <a:cs typeface="Arial" panose="020B0604020202020204" pitchFamily="34" charset="0"/>
              </a:rPr>
              <a:t>HINT: Alt + F9 </a:t>
            </a:r>
            <a:r>
              <a:rPr lang="en-US" altLang="zh-CN" sz="900" b="0" noProof="1">
                <a:solidFill>
                  <a:srgbClr val="000000"/>
                </a:solidFill>
                <a:latin typeface="+mn-lt"/>
                <a:cs typeface="Arial" panose="020B0604020202020204" pitchFamily="34" charset="0"/>
              </a:rPr>
              <a:t>for quick view of guides</a:t>
            </a:r>
            <a:br>
              <a:rPr lang="en-US" altLang="zh-CN" sz="900" b="0" noProof="1">
                <a:solidFill>
                  <a:srgbClr val="000000"/>
                </a:solidFill>
                <a:latin typeface="+mn-lt"/>
                <a:cs typeface="Arial" panose="020B0604020202020204" pitchFamily="34" charset="0"/>
              </a:rPr>
            </a:br>
            <a:r>
              <a:rPr lang="en-US" altLang="zh-CN" sz="900" b="1" noProof="1">
                <a:solidFill>
                  <a:srgbClr val="000000"/>
                </a:solidFill>
                <a:latin typeface="+mn-lt"/>
                <a:cs typeface="Arial" panose="020B0604020202020204" pitchFamily="34" charset="0"/>
              </a:rPr>
              <a:t>Mac: </a:t>
            </a:r>
            <a:r>
              <a:rPr lang="zh-CN" altLang="en-US" sz="900" b="0" i="0" dirty="0">
                <a:solidFill>
                  <a:srgbClr val="000000"/>
                </a:solidFill>
                <a:effectLst/>
                <a:latin typeface="+mn-lt"/>
              </a:rPr>
              <a:t>⌘ </a:t>
            </a:r>
            <a:r>
              <a:rPr lang="en-US" altLang="zh-CN" sz="900" b="0" noProof="1">
                <a:solidFill>
                  <a:srgbClr val="000000"/>
                </a:solidFill>
                <a:latin typeface="+mn-lt"/>
                <a:cs typeface="Arial" panose="020B0604020202020204" pitchFamily="34" charset="0"/>
              </a:rPr>
              <a:t>+ option + ctrl + G</a:t>
            </a:r>
            <a:br>
              <a:rPr lang="en-US" altLang="zh-CN" sz="900" b="0" noProof="1">
                <a:solidFill>
                  <a:srgbClr val="000000"/>
                </a:solidFill>
                <a:latin typeface="+mn-lt"/>
                <a:cs typeface="Arial" panose="020B0604020202020204" pitchFamily="34" charset="0"/>
              </a:rPr>
            </a:br>
            <a:endParaRPr lang="en-US" altLang="zh-CN" sz="900" b="0" noProof="1">
              <a:solidFill>
                <a:srgbClr val="000000"/>
              </a:solidFill>
              <a:latin typeface="+mn-lt"/>
              <a:cs typeface="Arial" panose="020B0604020202020204" pitchFamily="34" charset="0"/>
            </a:endParaRPr>
          </a:p>
          <a:p>
            <a:pPr eaLnBrk="1" hangingPunct="1">
              <a:spcAft>
                <a:spcPts val="600"/>
              </a:spcAft>
              <a:defRPr/>
            </a:pPr>
            <a:r>
              <a:rPr lang="en-US" altLang="zh-CN" sz="1600" b="0" noProof="1">
                <a:solidFill>
                  <a:srgbClr val="000000"/>
                </a:solidFill>
                <a:latin typeface="+mn-lt"/>
                <a:cs typeface="Arial" panose="020B0604020202020204" pitchFamily="34" charset="0"/>
              </a:rPr>
              <a:t>COPY/PASTE CONTENT</a:t>
            </a:r>
          </a:p>
          <a:p>
            <a:pPr eaLnBrk="1" hangingPunct="1">
              <a:spcAft>
                <a:spcPts val="600"/>
              </a:spcAft>
              <a:defRPr/>
            </a:pPr>
            <a:r>
              <a:rPr lang="en-US" altLang="zh-CN" sz="900" b="0" noProof="1">
                <a:solidFill>
                  <a:srgbClr val="000000"/>
                </a:solidFill>
                <a:latin typeface="+mn-lt"/>
                <a:cs typeface="Arial" panose="020B0604020202020204" pitchFamily="34" charset="0"/>
              </a:rPr>
              <a:t>When copying old content to your new presentation, 2 options are available:</a:t>
            </a:r>
          </a:p>
          <a:p>
            <a:pPr eaLnBrk="1" hangingPunct="1">
              <a:spcAft>
                <a:spcPts val="600"/>
              </a:spcAft>
              <a:defRPr/>
            </a:pPr>
            <a:r>
              <a:rPr lang="en-US" altLang="zh-CN" sz="900" b="1" noProof="1">
                <a:solidFill>
                  <a:srgbClr val="000000"/>
                </a:solidFill>
                <a:latin typeface="+mn-lt"/>
                <a:cs typeface="Arial" panose="020B0604020202020204" pitchFamily="34" charset="0"/>
              </a:rPr>
              <a:t>1. Best practice: </a:t>
            </a:r>
            <a:r>
              <a:rPr lang="en-US" altLang="zh-CN" sz="900" b="0" noProof="1">
                <a:solidFill>
                  <a:srgbClr val="000000"/>
                </a:solidFill>
                <a:latin typeface="+mn-lt"/>
                <a:cs typeface="Arial" panose="020B0604020202020204" pitchFamily="34" charset="0"/>
              </a:rPr>
              <a:t>Create a slide in your </a:t>
            </a:r>
            <a:br>
              <a:rPr lang="en-US" altLang="zh-CN" sz="900" b="0" noProof="1">
                <a:solidFill>
                  <a:srgbClr val="000000"/>
                </a:solidFill>
                <a:latin typeface="+mn-lt"/>
                <a:cs typeface="Arial" panose="020B0604020202020204" pitchFamily="34" charset="0"/>
              </a:rPr>
            </a:br>
            <a:r>
              <a:rPr lang="en-US" altLang="zh-CN" sz="900" b="0" noProof="1">
                <a:solidFill>
                  <a:srgbClr val="000000"/>
                </a:solidFill>
                <a:latin typeface="+mn-lt"/>
                <a:cs typeface="Arial" panose="020B0604020202020204" pitchFamily="34" charset="0"/>
              </a:rPr>
              <a:t>new presentation and copy </a:t>
            </a:r>
            <a:r>
              <a:rPr lang="en-US" altLang="zh-CN" sz="900" b="0" i="0" u="sng" noProof="1">
                <a:solidFill>
                  <a:srgbClr val="000000"/>
                </a:solidFill>
                <a:latin typeface="+mn-lt"/>
                <a:cs typeface="Arial" panose="020B0604020202020204" pitchFamily="34" charset="0"/>
              </a:rPr>
              <a:t>one</a:t>
            </a:r>
            <a:r>
              <a:rPr lang="zh-CN" altLang="en-US" sz="900" b="0" i="0" u="none" noProof="1">
                <a:solidFill>
                  <a:srgbClr val="000000"/>
                </a:solidFill>
                <a:latin typeface="+mn-lt"/>
                <a:cs typeface="Arial" panose="020B0604020202020204" pitchFamily="34" charset="0"/>
              </a:rPr>
              <a:t> </a:t>
            </a:r>
            <a:r>
              <a:rPr lang="en-US" altLang="zh-CN" sz="900" b="0" i="0" u="none" noProof="1">
                <a:solidFill>
                  <a:srgbClr val="000000"/>
                </a:solidFill>
                <a:latin typeface="+mn-lt"/>
                <a:cs typeface="Arial" panose="020B0604020202020204" pitchFamily="34" charset="0"/>
              </a:rPr>
              <a:t>piece of content at a time (e.g. copy all text from </a:t>
            </a:r>
            <a:r>
              <a:rPr lang="en-US" altLang="zh-CN" sz="900" b="0" i="0" u="sng" noProof="1">
                <a:solidFill>
                  <a:srgbClr val="000000"/>
                </a:solidFill>
                <a:latin typeface="+mn-lt"/>
                <a:cs typeface="Arial" panose="020B0604020202020204" pitchFamily="34" charset="0"/>
              </a:rPr>
              <a:t>one</a:t>
            </a:r>
            <a:r>
              <a:rPr lang="zh-CN" altLang="en-US" sz="900" b="0" i="0" u="none" noProof="1">
                <a:solidFill>
                  <a:srgbClr val="000000"/>
                </a:solidFill>
                <a:latin typeface="+mn-lt"/>
                <a:cs typeface="Arial" panose="020B0604020202020204" pitchFamily="34" charset="0"/>
              </a:rPr>
              <a:t> </a:t>
            </a:r>
            <a:r>
              <a:rPr lang="en-US" altLang="zh-CN" sz="900" b="0" i="0" u="none" noProof="1">
                <a:solidFill>
                  <a:srgbClr val="000000"/>
                </a:solidFill>
                <a:latin typeface="+mn-lt"/>
                <a:cs typeface="Arial" panose="020B0604020202020204" pitchFamily="34" charset="0"/>
              </a:rPr>
              <a:t>textbox)</a:t>
            </a:r>
            <a:endParaRPr lang="zh-CN" altLang="en-US" sz="900" b="1" i="0" u="sng" noProof="1">
              <a:solidFill>
                <a:srgbClr val="000000"/>
              </a:solidFill>
              <a:latin typeface="+mn-lt"/>
              <a:cs typeface="Arial" panose="020B0604020202020204" pitchFamily="34" charset="0"/>
            </a:endParaRPr>
          </a:p>
          <a:p>
            <a:pPr eaLnBrk="1" hangingPunct="1">
              <a:spcAft>
                <a:spcPts val="600"/>
              </a:spcAft>
              <a:defRPr/>
            </a:pPr>
            <a:r>
              <a:rPr lang="en-US" altLang="zh-CN" sz="900" b="1" noProof="1">
                <a:solidFill>
                  <a:srgbClr val="000000"/>
                </a:solidFill>
                <a:latin typeface="+mn-lt"/>
                <a:cs typeface="Arial" panose="020B0604020202020204" pitchFamily="34" charset="0"/>
              </a:rPr>
              <a:t>2. </a:t>
            </a:r>
            <a:r>
              <a:rPr lang="en-US" altLang="zh-CN" sz="900" b="0" noProof="1">
                <a:solidFill>
                  <a:srgbClr val="000000"/>
                </a:solidFill>
                <a:latin typeface="+mn-lt"/>
                <a:cs typeface="Arial" panose="020B0604020202020204" pitchFamily="34" charset="0"/>
              </a:rPr>
              <a:t>Or copy an entire slide into your new presentation and then choose a fitting layout. Remember to delete the old, wrong layouts (go to View &gt; Slidemaster and delete them)</a:t>
            </a:r>
            <a:endParaRPr lang="zh-CN" altLang="en-US" sz="900" b="1" noProof="1">
              <a:solidFill>
                <a:srgbClr val="000000"/>
              </a:solidFill>
              <a:latin typeface="+mn-lt"/>
              <a:cs typeface="Arial" panose="020B0604020202020204" pitchFamily="34" charset="0"/>
            </a:endParaRPr>
          </a:p>
        </p:txBody>
      </p:sp>
      <p:pic>
        <p:nvPicPr>
          <p:cNvPr id="16" name="Picture 15">
            <a:extLst>
              <a:ext uri="{FF2B5EF4-FFF2-40B4-BE49-F238E27FC236}">
                <a16:creationId xmlns:a16="http://schemas.microsoft.com/office/drawing/2014/main" id="{10501896-43DD-469D-A55E-AA24E780130A}"/>
              </a:ext>
            </a:extLst>
          </p:cNvPr>
          <p:cNvPicPr>
            <a:picLocks noChangeAspect="1"/>
          </p:cNvPicPr>
          <p:nvPr userDrawn="1"/>
        </p:nvPicPr>
        <p:blipFill>
          <a:blip r:embed="rId2"/>
          <a:stretch>
            <a:fillRect/>
          </a:stretch>
        </p:blipFill>
        <p:spPr>
          <a:xfrm>
            <a:off x="2836761" y="3073933"/>
            <a:ext cx="257143" cy="285714"/>
          </a:xfrm>
          <a:prstGeom prst="rect">
            <a:avLst/>
          </a:prstGeom>
        </p:spPr>
      </p:pic>
      <p:pic>
        <p:nvPicPr>
          <p:cNvPr id="19" name="Picture 18">
            <a:extLst>
              <a:ext uri="{FF2B5EF4-FFF2-40B4-BE49-F238E27FC236}">
                <a16:creationId xmlns:a16="http://schemas.microsoft.com/office/drawing/2014/main" id="{0722642E-922E-4D3E-9481-C027E3A93CD0}"/>
              </a:ext>
            </a:extLst>
          </p:cNvPr>
          <p:cNvPicPr>
            <a:picLocks noChangeAspect="1"/>
          </p:cNvPicPr>
          <p:nvPr userDrawn="1"/>
        </p:nvPicPr>
        <p:blipFill>
          <a:blip r:embed="rId3"/>
          <a:stretch>
            <a:fillRect/>
          </a:stretch>
        </p:blipFill>
        <p:spPr>
          <a:xfrm>
            <a:off x="2836761" y="4576990"/>
            <a:ext cx="475428" cy="176762"/>
          </a:xfrm>
          <a:prstGeom prst="rect">
            <a:avLst/>
          </a:prstGeom>
        </p:spPr>
      </p:pic>
      <p:pic>
        <p:nvPicPr>
          <p:cNvPr id="22" name="Picture 21">
            <a:extLst>
              <a:ext uri="{FF2B5EF4-FFF2-40B4-BE49-F238E27FC236}">
                <a16:creationId xmlns:a16="http://schemas.microsoft.com/office/drawing/2014/main" id="{F37E3D92-3923-49A5-9D66-A01D052984C0}"/>
              </a:ext>
            </a:extLst>
          </p:cNvPr>
          <p:cNvPicPr>
            <a:picLocks noChangeAspect="1"/>
          </p:cNvPicPr>
          <p:nvPr userDrawn="1"/>
        </p:nvPicPr>
        <p:blipFill rotWithShape="1">
          <a:blip r:embed="rId4"/>
          <a:srcRect l="3901" t="45142" r="62601" b="9046"/>
          <a:stretch/>
        </p:blipFill>
        <p:spPr>
          <a:xfrm>
            <a:off x="6559342" y="2719441"/>
            <a:ext cx="341204" cy="321707"/>
          </a:xfrm>
          <a:prstGeom prst="rect">
            <a:avLst/>
          </a:prstGeom>
        </p:spPr>
      </p:pic>
      <p:pic>
        <p:nvPicPr>
          <p:cNvPr id="24" name="Picture 16">
            <a:extLst>
              <a:ext uri="{FF2B5EF4-FFF2-40B4-BE49-F238E27FC236}">
                <a16:creationId xmlns:a16="http://schemas.microsoft.com/office/drawing/2014/main" id="{EE4BD888-DAA9-4A3B-ADD9-0ACB9540A63B}"/>
              </a:ext>
            </a:extLst>
          </p:cNvPr>
          <p:cNvPicPr>
            <a:picLocks noChangeAspect="1"/>
          </p:cNvPicPr>
          <p:nvPr userDrawn="1"/>
        </p:nvPicPr>
        <p:blipFill>
          <a:blip r:embed="rId5"/>
          <a:stretch>
            <a:fillRect/>
          </a:stretch>
        </p:blipFill>
        <p:spPr>
          <a:xfrm>
            <a:off x="2836761" y="3893345"/>
            <a:ext cx="328881" cy="505501"/>
          </a:xfrm>
          <a:prstGeom prst="rect">
            <a:avLst/>
          </a:prstGeom>
        </p:spPr>
      </p:pic>
      <p:pic>
        <p:nvPicPr>
          <p:cNvPr id="26" name="Picture 20">
            <a:extLst>
              <a:ext uri="{FF2B5EF4-FFF2-40B4-BE49-F238E27FC236}">
                <a16:creationId xmlns:a16="http://schemas.microsoft.com/office/drawing/2014/main" id="{ADF46DFB-ABDB-43BA-AD93-FDEE2D7642D0}"/>
              </a:ext>
            </a:extLst>
          </p:cNvPr>
          <p:cNvPicPr>
            <a:picLocks noChangeAspect="1"/>
          </p:cNvPicPr>
          <p:nvPr userDrawn="1"/>
        </p:nvPicPr>
        <p:blipFill>
          <a:blip r:embed="rId6"/>
          <a:stretch>
            <a:fillRect/>
          </a:stretch>
        </p:blipFill>
        <p:spPr>
          <a:xfrm>
            <a:off x="6631756" y="1736321"/>
            <a:ext cx="538465" cy="172841"/>
          </a:xfrm>
          <a:prstGeom prst="rect">
            <a:avLst/>
          </a:prstGeom>
        </p:spPr>
      </p:pic>
      <p:pic>
        <p:nvPicPr>
          <p:cNvPr id="27" name="Picture 19">
            <a:extLst>
              <a:ext uri="{FF2B5EF4-FFF2-40B4-BE49-F238E27FC236}">
                <a16:creationId xmlns:a16="http://schemas.microsoft.com/office/drawing/2014/main" id="{CF6F40E1-EF2A-4675-A88E-429AD3ADD347}"/>
              </a:ext>
            </a:extLst>
          </p:cNvPr>
          <p:cNvPicPr>
            <a:picLocks noChangeAspect="1"/>
          </p:cNvPicPr>
          <p:nvPr userDrawn="1"/>
        </p:nvPicPr>
        <p:blipFill>
          <a:blip r:embed="rId7"/>
          <a:stretch>
            <a:fillRect/>
          </a:stretch>
        </p:blipFill>
        <p:spPr>
          <a:xfrm>
            <a:off x="6635486" y="3592844"/>
            <a:ext cx="313788" cy="543900"/>
          </a:xfrm>
          <a:prstGeom prst="rect">
            <a:avLst/>
          </a:prstGeom>
        </p:spPr>
      </p:pic>
      <p:pic>
        <p:nvPicPr>
          <p:cNvPr id="18" name="Picture 12">
            <a:extLst>
              <a:ext uri="{FF2B5EF4-FFF2-40B4-BE49-F238E27FC236}">
                <a16:creationId xmlns:a16="http://schemas.microsoft.com/office/drawing/2014/main" id="{1EEB59ED-856C-4646-8080-8164D2973D0E}"/>
              </a:ext>
            </a:extLst>
          </p:cNvPr>
          <p:cNvPicPr>
            <a:picLocks noChangeAspect="1"/>
          </p:cNvPicPr>
          <p:nvPr userDrawn="1"/>
        </p:nvPicPr>
        <p:blipFill>
          <a:blip r:embed="rId8"/>
          <a:stretch>
            <a:fillRect/>
          </a:stretch>
        </p:blipFill>
        <p:spPr>
          <a:xfrm>
            <a:off x="10851712" y="1844297"/>
            <a:ext cx="378293" cy="543366"/>
          </a:xfrm>
          <a:prstGeom prst="rect">
            <a:avLst/>
          </a:prstGeom>
        </p:spPr>
      </p:pic>
      <p:sp>
        <p:nvSpPr>
          <p:cNvPr id="20" name="Date Placeholder 6" hidden="1">
            <a:extLst>
              <a:ext uri="{FF2B5EF4-FFF2-40B4-BE49-F238E27FC236}">
                <a16:creationId xmlns:a16="http://schemas.microsoft.com/office/drawing/2014/main" id="{C8F77785-DAC9-4046-8A82-0AC407341173}"/>
              </a:ext>
            </a:extLst>
          </p:cNvPr>
          <p:cNvSpPr>
            <a:spLocks noGrp="1"/>
          </p:cNvSpPr>
          <p:nvPr>
            <p:ph type="dt" sz="half" idx="15"/>
          </p:nvPr>
        </p:nvSpPr>
        <p:spPr>
          <a:xfrm>
            <a:off x="0" y="6858000"/>
            <a:ext cx="0" cy="0"/>
          </a:xfrm>
        </p:spPr>
        <p:txBody>
          <a:bodyPr/>
          <a:lstStyle>
            <a:lvl1pPr>
              <a:defRPr sz="100">
                <a:noFill/>
              </a:defRPr>
            </a:lvl1pPr>
          </a:lstStyle>
          <a:p>
            <a:fld id="{917A4993-E8AD-437C-A20E-0E6B7D0F1B79}" type="datetime2">
              <a:rPr lang="zh-CN" altLang="en-US" smtClean="0"/>
              <a:t>2024年3月20日</a:t>
            </a:fld>
            <a:endParaRPr lang="zh-CN" altLang="en-US" dirty="0"/>
          </a:p>
        </p:txBody>
      </p:sp>
      <p:sp>
        <p:nvSpPr>
          <p:cNvPr id="21" name="Footer Placeholder 8" hidden="1">
            <a:extLst>
              <a:ext uri="{FF2B5EF4-FFF2-40B4-BE49-F238E27FC236}">
                <a16:creationId xmlns:a16="http://schemas.microsoft.com/office/drawing/2014/main" id="{9675D1FD-FB10-4317-AAF4-BDCB2224F107}"/>
              </a:ext>
            </a:extLst>
          </p:cNvPr>
          <p:cNvSpPr>
            <a:spLocks noGrp="1"/>
          </p:cNvSpPr>
          <p:nvPr>
            <p:ph type="ftr" sz="quarter" idx="16"/>
          </p:nvPr>
        </p:nvSpPr>
        <p:spPr>
          <a:xfrm>
            <a:off x="0" y="6858000"/>
            <a:ext cx="0" cy="0"/>
          </a:xfrm>
        </p:spPr>
        <p:txBody>
          <a:bodyPr/>
          <a:lstStyle>
            <a:lvl1pPr>
              <a:defRPr sz="100">
                <a:noFill/>
              </a:defRPr>
            </a:lvl1pPr>
          </a:lstStyle>
          <a:p>
            <a:endParaRPr lang="zh-CN" altLang="en-US" dirty="0"/>
          </a:p>
        </p:txBody>
      </p:sp>
      <p:sp>
        <p:nvSpPr>
          <p:cNvPr id="23" name="Slide Number Placeholder 10" hidden="1">
            <a:extLst>
              <a:ext uri="{FF2B5EF4-FFF2-40B4-BE49-F238E27FC236}">
                <a16:creationId xmlns:a16="http://schemas.microsoft.com/office/drawing/2014/main" id="{BBF7E881-962B-4385-8C0A-994D3D7717F3}"/>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pic>
        <p:nvPicPr>
          <p:cNvPr id="11" name="Picture 10">
            <a:extLst>
              <a:ext uri="{FF2B5EF4-FFF2-40B4-BE49-F238E27FC236}">
                <a16:creationId xmlns:a16="http://schemas.microsoft.com/office/drawing/2014/main" id="{718B3BD4-04BC-40A0-B801-FB79B0884023}"/>
              </a:ext>
            </a:extLst>
          </p:cNvPr>
          <p:cNvPicPr>
            <a:picLocks noChangeAspect="1"/>
          </p:cNvPicPr>
          <p:nvPr userDrawn="1"/>
        </p:nvPicPr>
        <p:blipFill>
          <a:blip r:embed="rId9"/>
          <a:stretch>
            <a:fillRect/>
          </a:stretch>
        </p:blipFill>
        <p:spPr>
          <a:xfrm>
            <a:off x="2836761" y="2312091"/>
            <a:ext cx="457143" cy="257143"/>
          </a:xfrm>
          <a:prstGeom prst="rect">
            <a:avLst/>
          </a:prstGeom>
        </p:spPr>
      </p:pic>
      <p:grpSp>
        <p:nvGrpSpPr>
          <p:cNvPr id="17" name="Group 16">
            <a:extLst>
              <a:ext uri="{FF2B5EF4-FFF2-40B4-BE49-F238E27FC236}">
                <a16:creationId xmlns:a16="http://schemas.microsoft.com/office/drawing/2014/main" id="{3D24B430-598D-2E99-6E4B-D6C02EB952C8}"/>
              </a:ext>
            </a:extLst>
          </p:cNvPr>
          <p:cNvGrpSpPr/>
          <p:nvPr userDrawn="1"/>
        </p:nvGrpSpPr>
        <p:grpSpPr>
          <a:xfrm>
            <a:off x="2609062" y="4912403"/>
            <a:ext cx="908298" cy="1624601"/>
            <a:chOff x="2814462" y="4912403"/>
            <a:chExt cx="908298" cy="1624601"/>
          </a:xfrm>
        </p:grpSpPr>
        <p:pic>
          <p:nvPicPr>
            <p:cNvPr id="5" name="Picture 4">
              <a:extLst>
                <a:ext uri="{FF2B5EF4-FFF2-40B4-BE49-F238E27FC236}">
                  <a16:creationId xmlns:a16="http://schemas.microsoft.com/office/drawing/2014/main" id="{B28A0D89-F8AD-6CF5-B3FB-BE587B1CDB5D}"/>
                </a:ext>
              </a:extLst>
            </p:cNvPr>
            <p:cNvPicPr>
              <a:picLocks noChangeAspect="1"/>
            </p:cNvPicPr>
            <p:nvPr userDrawn="1"/>
          </p:nvPicPr>
          <p:blipFill>
            <a:blip r:embed="rId10"/>
            <a:stretch>
              <a:fillRect/>
            </a:stretch>
          </p:blipFill>
          <p:spPr>
            <a:xfrm>
              <a:off x="2831584" y="4912403"/>
              <a:ext cx="886146" cy="1624601"/>
            </a:xfrm>
            <a:prstGeom prst="rect">
              <a:avLst/>
            </a:prstGeom>
          </p:spPr>
        </p:pic>
        <p:grpSp>
          <p:nvGrpSpPr>
            <p:cNvPr id="2" name="Group 1">
              <a:extLst>
                <a:ext uri="{FF2B5EF4-FFF2-40B4-BE49-F238E27FC236}">
                  <a16:creationId xmlns:a16="http://schemas.microsoft.com/office/drawing/2014/main" id="{28A934DC-FA1A-DC70-83F7-27998B95736D}"/>
                </a:ext>
              </a:extLst>
            </p:cNvPr>
            <p:cNvGrpSpPr/>
            <p:nvPr userDrawn="1"/>
          </p:nvGrpSpPr>
          <p:grpSpPr>
            <a:xfrm>
              <a:off x="2814462" y="5039012"/>
              <a:ext cx="905404" cy="1472528"/>
              <a:chOff x="8577240" y="2433052"/>
              <a:chExt cx="1602907" cy="2606588"/>
            </a:xfrm>
          </p:grpSpPr>
          <p:sp>
            <p:nvSpPr>
              <p:cNvPr id="6" name="Rectangle 5">
                <a:extLst>
                  <a:ext uri="{FF2B5EF4-FFF2-40B4-BE49-F238E27FC236}">
                    <a16:creationId xmlns:a16="http://schemas.microsoft.com/office/drawing/2014/main" id="{3B8FE5EC-D0C6-3DCA-5326-C4ABCCCF67C0}"/>
                  </a:ext>
                </a:extLst>
              </p:cNvPr>
              <p:cNvSpPr/>
              <p:nvPr userDrawn="1"/>
            </p:nvSpPr>
            <p:spPr>
              <a:xfrm>
                <a:off x="8589162" y="2433052"/>
                <a:ext cx="1590985" cy="278066"/>
              </a:xfrm>
              <a:prstGeom prst="rect">
                <a:avLst/>
              </a:prstGeom>
              <a:noFill/>
              <a:ln w="25400">
                <a:solidFill>
                  <a:srgbClr val="1ED273"/>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zh-CN" altLang="en-US" sz="1796" dirty="0" err="1"/>
              </a:p>
            </p:txBody>
          </p:sp>
          <p:cxnSp>
            <p:nvCxnSpPr>
              <p:cNvPr id="7" name="Straight Connector 6">
                <a:extLst>
                  <a:ext uri="{FF2B5EF4-FFF2-40B4-BE49-F238E27FC236}">
                    <a16:creationId xmlns:a16="http://schemas.microsoft.com/office/drawing/2014/main" id="{9CC41C02-4D1D-4E89-3D88-326D877CDE53}"/>
                  </a:ext>
                </a:extLst>
              </p:cNvPr>
              <p:cNvCxnSpPr>
                <a:cxnSpLocks/>
              </p:cNvCxnSpPr>
              <p:nvPr userDrawn="1"/>
            </p:nvCxnSpPr>
            <p:spPr>
              <a:xfrm>
                <a:off x="8577240" y="2756927"/>
                <a:ext cx="1602906" cy="60087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9EB37F5-BB01-3A7B-EB3C-1D4F99D0E28D}"/>
                  </a:ext>
                </a:extLst>
              </p:cNvPr>
              <p:cNvCxnSpPr>
                <a:cxnSpLocks/>
              </p:cNvCxnSpPr>
              <p:nvPr userDrawn="1"/>
            </p:nvCxnSpPr>
            <p:spPr>
              <a:xfrm flipV="1">
                <a:off x="8611332" y="2764381"/>
                <a:ext cx="1556893" cy="60913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02546-2079-28AB-65C1-930E8477C782}"/>
                  </a:ext>
                </a:extLst>
              </p:cNvPr>
              <p:cNvCxnSpPr>
                <a:cxnSpLocks/>
              </p:cNvCxnSpPr>
              <p:nvPr userDrawn="1"/>
            </p:nvCxnSpPr>
            <p:spPr>
              <a:xfrm>
                <a:off x="8589160" y="4726799"/>
                <a:ext cx="1579065" cy="312841"/>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E48439-C4D1-F75F-D1B3-656A60CC2365}"/>
                  </a:ext>
                </a:extLst>
              </p:cNvPr>
              <p:cNvCxnSpPr>
                <a:cxnSpLocks/>
              </p:cNvCxnSpPr>
              <p:nvPr userDrawn="1"/>
            </p:nvCxnSpPr>
            <p:spPr>
              <a:xfrm flipV="1">
                <a:off x="8589160" y="4726799"/>
                <a:ext cx="1579065" cy="22668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9" name="Rectangle 48">
              <a:extLst>
                <a:ext uri="{FF2B5EF4-FFF2-40B4-BE49-F238E27FC236}">
                  <a16:creationId xmlns:a16="http://schemas.microsoft.com/office/drawing/2014/main" id="{432180E8-F3CC-DA64-6CE6-99C382C697CF}"/>
                </a:ext>
              </a:extLst>
            </p:cNvPr>
            <p:cNvSpPr/>
            <p:nvPr userDrawn="1"/>
          </p:nvSpPr>
          <p:spPr>
            <a:xfrm>
              <a:off x="2824091" y="5633428"/>
              <a:ext cx="898669" cy="604321"/>
            </a:xfrm>
            <a:prstGeom prst="rect">
              <a:avLst/>
            </a:prstGeom>
            <a:noFill/>
            <a:ln w="25400">
              <a:solidFill>
                <a:srgbClr val="1ED273"/>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zh-CN" altLang="en-US" sz="1796" dirty="0" err="1"/>
            </a:p>
          </p:txBody>
        </p:sp>
      </p:grpSp>
    </p:spTree>
    <p:extLst>
      <p:ext uri="{BB962C8B-B14F-4D97-AF65-F5344CB8AC3E}">
        <p14:creationId xmlns:p14="http://schemas.microsoft.com/office/powerpoint/2010/main" val="8878217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zh-CN" altLang="en-US" sz="1400" dirty="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altLang="zh-CN" sz="4400" b="0" noProof="0">
                <a:solidFill>
                  <a:schemeClr val="bg1"/>
                </a:solidFill>
              </a:rPr>
              <a:t>If you see any </a:t>
            </a:r>
            <a:r>
              <a:rPr lang="en-US" altLang="zh-CN" sz="4400" b="0" i="0" noProof="0">
                <a:solidFill>
                  <a:schemeClr val="bg1"/>
                </a:solidFill>
                <a:latin typeface="Inter SemiBold" panose="02000503000000020004" pitchFamily="2" charset="0"/>
                <a:ea typeface="Inter SemiBold" panose="02000503000000020004" pitchFamily="2" charset="0"/>
              </a:rPr>
              <a:t>layouts after this </a:t>
            </a:r>
            <a:r>
              <a:rPr lang="en-US" altLang="zh-CN" sz="4400" b="0" i="0" noProof="0">
                <a:solidFill>
                  <a:schemeClr val="bg1"/>
                </a:solidFill>
              </a:rPr>
              <a:t>one</a:t>
            </a:r>
            <a:r>
              <a:rPr lang="en-US" altLang="zh-CN" sz="4400" b="1" i="1" noProof="0">
                <a:solidFill>
                  <a:schemeClr val="bg1"/>
                </a:solidFill>
              </a:rPr>
              <a:t>,</a:t>
            </a:r>
            <a:br>
              <a:rPr lang="zh-CN" altLang="en-US" sz="4400" b="0" i="0" noProof="0">
                <a:solidFill>
                  <a:schemeClr val="bg1"/>
                </a:solidFill>
              </a:rPr>
            </a:br>
            <a:r>
              <a:rPr lang="en-US" altLang="zh-CN" sz="4400" b="0" noProof="0">
                <a:solidFill>
                  <a:schemeClr val="bg1"/>
                </a:solidFill>
              </a:rPr>
              <a:t>do not use them. These layouts </a:t>
            </a:r>
            <a:r>
              <a:rPr lang="en-US" altLang="zh-CN" sz="4400" b="0" i="0" u="none" noProof="0">
                <a:solidFill>
                  <a:schemeClr val="bg1"/>
                </a:solidFill>
                <a:latin typeface="Inter SemiBold" panose="02000503000000020004" pitchFamily="2" charset="0"/>
                <a:ea typeface="Inter SemiBold" panose="02000503000000020004" pitchFamily="2" charset="0"/>
              </a:rPr>
              <a:t>are not </a:t>
            </a:r>
            <a:r>
              <a:rPr lang="en-US" altLang="zh-CN" sz="4400" b="0" noProof="0">
                <a:solidFill>
                  <a:schemeClr val="bg1"/>
                </a:solidFill>
              </a:rPr>
              <a:t>part of our corporate template.</a:t>
            </a:r>
            <a:br>
              <a:rPr lang="zh-CN" altLang="en-US" sz="2800" b="0" noProof="0" dirty="0">
                <a:solidFill>
                  <a:schemeClr val="bg1"/>
                </a:solidFill>
              </a:rPr>
            </a:br>
            <a:br>
              <a:rPr lang="zh-CN" altLang="en-US" sz="2800" b="0" noProof="0" dirty="0">
                <a:solidFill>
                  <a:schemeClr val="bg1"/>
                </a:solidFill>
              </a:rPr>
            </a:br>
            <a:endParaRPr lang="zh-CN" altLang="en-US" sz="2800" b="0" noProof="0" dirty="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zh-CN" altLang="en-US" sz="1400" dirty="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zh-CN" altLang="en-US" sz="1400" dirty="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213" y="2588374"/>
            <a:ext cx="10152346" cy="2400657"/>
          </a:xfrm>
          <a:prstGeom prst="rect">
            <a:avLst/>
          </a:prstGeom>
        </p:spPr>
        <p:txBody>
          <a:bodyPr wrap="square">
            <a:spAutoFit/>
          </a:bodyPr>
          <a:lstStyle/>
          <a:p>
            <a:pPr algn="ctr"/>
            <a:r>
              <a:rPr lang="en-US" altLang="zh-CN" sz="15000" b="1" i="0" noProof="0">
                <a:solidFill>
                  <a:schemeClr val="bg1"/>
                </a:solidFill>
                <a:latin typeface="Inter SemiBold" panose="02000503000000020004" pitchFamily="2" charset="0"/>
                <a:ea typeface="Inter SemiBold" panose="02000503000000020004" pitchFamily="2" charset="0"/>
              </a:rPr>
              <a:t>Do not use </a:t>
            </a:r>
            <a:endParaRPr lang="zh-CN" altLang="en-US" sz="15000" b="1" i="0" dirty="0">
              <a:solidFill>
                <a:schemeClr val="bg1"/>
              </a:solidFill>
              <a:latin typeface="Inter SemiBold" panose="02000503000000020004" pitchFamily="2" charset="0"/>
              <a:ea typeface="Inter SemiBold" panose="02000503000000020004" pitchFamily="2" charset="0"/>
            </a:endParaRPr>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altLang="zh-CN" sz="2000" b="0" noProof="0">
                <a:solidFill>
                  <a:schemeClr val="bg1"/>
                </a:solidFill>
              </a:rPr>
              <a:t>Due to PowerPoint’s standard Copy/Paste functionality extra undesirable layouts can appear.</a:t>
            </a:r>
          </a:p>
          <a:p>
            <a:pPr marL="0" marR="0" indent="0" algn="ctr" fontAlgn="auto">
              <a:lnSpc>
                <a:spcPct val="100000"/>
              </a:lnSpc>
              <a:spcBef>
                <a:spcPts val="600"/>
              </a:spcBef>
              <a:spcAft>
                <a:spcPts val="0"/>
              </a:spcAft>
              <a:buClr>
                <a:srgbClr val="003755"/>
              </a:buClr>
              <a:buSzTx/>
              <a:buFontTx/>
              <a:buNone/>
              <a:tabLst/>
            </a:pPr>
            <a:r>
              <a:rPr lang="en-US" altLang="zh-CN" sz="2000" b="0" noProof="0">
                <a:solidFill>
                  <a:schemeClr val="bg1"/>
                </a:solidFill>
              </a:rPr>
              <a:t>Also notice: Layouts after this might contain potential confidential information.</a:t>
            </a:r>
            <a:br>
              <a:rPr lang="zh-CN" altLang="en-US" sz="1800" b="0" noProof="0" dirty="0">
                <a:solidFill>
                  <a:schemeClr val="bg1"/>
                </a:solidFill>
              </a:rPr>
            </a:br>
            <a:endParaRPr lang="zh-CN" altLang="en-US" sz="1800" b="0" noProof="0" dirty="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0" y="6858000"/>
            <a:ext cx="0" cy="0"/>
          </a:xfrm>
        </p:spPr>
        <p:txBody>
          <a:bodyPr/>
          <a:lstStyle>
            <a:lvl1pPr>
              <a:defRPr sz="100">
                <a:noFill/>
              </a:defRPr>
            </a:lvl1pPr>
          </a:lstStyle>
          <a:p>
            <a:fld id="{4B4067A8-BCD4-4F21-888F-77B4CD76DEE4}" type="datetime2">
              <a:rPr lang="zh-CN" altLang="en-US" smtClean="0"/>
              <a:t>2024年3月20日</a:t>
            </a:fld>
            <a:endParaRPr lang="zh-CN" altLang="en-US" dirty="0"/>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0" y="6858000"/>
            <a:ext cx="0" cy="0"/>
          </a:xfrm>
        </p:spPr>
        <p:txBody>
          <a:bodyPr/>
          <a:lstStyle>
            <a:lvl1pPr>
              <a:defRPr sz="100">
                <a:noFill/>
              </a:defRPr>
            </a:lvl1pPr>
          </a:lstStyle>
          <a:p>
            <a:endParaRPr lang="zh-CN" altLang="en-US" dirty="0"/>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US" altLang="zh-CN" smtClean="0"/>
              <a:pPr/>
              <a:t>‹#›</a:t>
            </a:fld>
            <a:endParaRPr lang="zh-CN" altLang="en-US" dirty="0"/>
          </a:p>
        </p:txBody>
      </p:sp>
    </p:spTree>
    <p:extLst>
      <p:ext uri="{BB962C8B-B14F-4D97-AF65-F5344CB8AC3E}">
        <p14:creationId xmlns:p14="http://schemas.microsoft.com/office/powerpoint/2010/main" val="16531462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432000" y="863600"/>
            <a:ext cx="3559175" cy="986400"/>
          </a:xfrm>
          <a:prstGeom prst="rect">
            <a:avLst/>
          </a:prstGeom>
        </p:spPr>
        <p:txBody>
          <a:bodyPr vert="horz" lIns="0" tIns="0" rIns="0" bIns="0" rtlCol="0" anchor="t" anchorCtr="0">
            <a:noAutofit/>
          </a:bodyPr>
          <a:lstStyle/>
          <a:p>
            <a:r>
              <a:rPr lang="en-US" altLang="zh-CN"/>
              <a:t>Click to add title</a:t>
            </a:r>
            <a:endParaRPr lang="zh-CN" altLang="en-US" dirty="0"/>
          </a:p>
        </p:txBody>
      </p:sp>
      <p:sp>
        <p:nvSpPr>
          <p:cNvPr id="3" name="Text Placeholder 2"/>
          <p:cNvSpPr>
            <a:spLocks noGrp="1"/>
          </p:cNvSpPr>
          <p:nvPr>
            <p:ph type="body" idx="1"/>
          </p:nvPr>
        </p:nvSpPr>
        <p:spPr>
          <a:xfrm>
            <a:off x="432000" y="2159599"/>
            <a:ext cx="11326613" cy="3833213"/>
          </a:xfrm>
          <a:prstGeom prst="rect">
            <a:avLst/>
          </a:prstGeom>
        </p:spPr>
        <p:txBody>
          <a:bodyPr vert="horz" lIns="0" tIns="0" rIns="0" bIns="0" rtlCol="0">
            <a:noAutofit/>
          </a:bodyPr>
          <a:lstStyle/>
          <a:p>
            <a:pPr lvl="0"/>
            <a:r>
              <a:rPr lang="en-US" altLang="zh-CN" noProof="0"/>
              <a:t>Level 1                                                                                                                                                                                                        Enter &amp; TAB to view next text style                                                                                                                                                  SHIFT+TAB to view previous text style</a:t>
            </a:r>
          </a:p>
          <a:p>
            <a:pPr lvl="1"/>
            <a:r>
              <a:rPr lang="en-US" altLang="zh-CN" noProof="0"/>
              <a:t>Level 2</a:t>
            </a:r>
            <a:endParaRPr lang="zh-CN" altLang="en-US" noProof="0" dirty="0"/>
          </a:p>
          <a:p>
            <a:pPr lvl="2"/>
            <a:r>
              <a:rPr lang="en-US" altLang="zh-CN" noProof="0"/>
              <a:t>Level 3</a:t>
            </a:r>
            <a:endParaRPr lang="zh-CN" altLang="en-US" noProof="0" dirty="0"/>
          </a:p>
          <a:p>
            <a:pPr lvl="3"/>
            <a:r>
              <a:rPr lang="en-US" altLang="zh-CN" noProof="0"/>
              <a:t>Level 4</a:t>
            </a:r>
            <a:endParaRPr lang="zh-CN" altLang="en-US" noProof="0" dirty="0"/>
          </a:p>
          <a:p>
            <a:pPr lvl="4"/>
            <a:r>
              <a:rPr lang="en-US" altLang="zh-CN" noProof="0"/>
              <a:t>Level 5, Header</a:t>
            </a:r>
            <a:endParaRPr lang="zh-CN" altLang="en-US" noProof="0" dirty="0"/>
          </a:p>
          <a:p>
            <a:pPr lvl="5"/>
            <a:r>
              <a:rPr lang="en-US" altLang="zh-CN" noProof="0"/>
              <a:t>Level 6, Body</a:t>
            </a:r>
            <a:endParaRPr lang="zh-CN" altLang="en-US" noProof="0" dirty="0"/>
          </a:p>
          <a:p>
            <a:pPr lvl="6"/>
            <a:r>
              <a:rPr lang="en-US" altLang="zh-CN" noProof="0"/>
              <a:t>Level 7, Report bullet</a:t>
            </a:r>
            <a:endParaRPr lang="zh-CN" altLang="en-US" noProof="0" dirty="0"/>
          </a:p>
          <a:p>
            <a:pPr lvl="7"/>
            <a:r>
              <a:rPr lang="en-US" altLang="zh-CN" noProof="0"/>
              <a:t>Level 8, Report Body</a:t>
            </a:r>
            <a:endParaRPr lang="zh-CN" altLang="en-US" noProof="0" dirty="0"/>
          </a:p>
          <a:p>
            <a:pPr lvl="8"/>
            <a:r>
              <a:rPr lang="en-US" altLang="zh-CN" noProof="0"/>
              <a:t>Level 9, Numbers</a:t>
            </a:r>
            <a:endParaRPr lang="zh-CN" altLang="en-US" noProof="0" dirty="0"/>
          </a:p>
        </p:txBody>
      </p:sp>
      <p:sp>
        <p:nvSpPr>
          <p:cNvPr id="2" name="Date Placeholder 1">
            <a:extLst>
              <a:ext uri="{FF2B5EF4-FFF2-40B4-BE49-F238E27FC236}">
                <a16:creationId xmlns:a16="http://schemas.microsoft.com/office/drawing/2014/main" id="{0643F1B6-0743-4D14-8B95-B030120DE5D1}"/>
              </a:ext>
            </a:extLst>
          </p:cNvPr>
          <p:cNvSpPr>
            <a:spLocks noGrp="1"/>
          </p:cNvSpPr>
          <p:nvPr>
            <p:ph type="dt" sz="half" idx="2"/>
          </p:nvPr>
        </p:nvSpPr>
        <p:spPr>
          <a:xfrm>
            <a:off x="432000" y="6271200"/>
            <a:ext cx="969763" cy="180000"/>
          </a:xfrm>
          <a:prstGeom prst="rect">
            <a:avLst/>
          </a:prstGeom>
        </p:spPr>
        <p:txBody>
          <a:bodyPr vert="horz" lIns="0" tIns="0" rIns="0" bIns="0" rtlCol="0" anchor="b" anchorCtr="0"/>
          <a:lstStyle>
            <a:lvl1pPr algn="l">
              <a:lnSpc>
                <a:spcPct val="110000"/>
              </a:lnSpc>
              <a:defRPr sz="800" cap="all" baseline="0">
                <a:solidFill>
                  <a:schemeClr val="tx1"/>
                </a:solidFill>
                <a:latin typeface="KONE Information" panose="020B0603040000020003" pitchFamily="34" charset="-79"/>
                <a:cs typeface="KONE Information" panose="020B0603040000020003" pitchFamily="34" charset="-79"/>
              </a:defRPr>
            </a:lvl1pPr>
          </a:lstStyle>
          <a:p>
            <a:fld id="{6340F0A9-A783-4D92-8553-AF0DA9BC4594}" type="datetime2">
              <a:rPr lang="zh-CN" altLang="en-US" smtClean="0"/>
              <a:t>2024年3月20日</a:t>
            </a:fld>
            <a:endParaRPr lang="zh-CN" altLang="en-US" dirty="0"/>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2048400" y="6271200"/>
            <a:ext cx="7768800" cy="180000"/>
          </a:xfrm>
          <a:prstGeom prst="rect">
            <a:avLst/>
          </a:prstGeom>
        </p:spPr>
        <p:txBody>
          <a:bodyPr vert="horz" lIns="0" tIns="0" rIns="0" bIns="0" rtlCol="0" anchor="b" anchorCtr="0"/>
          <a:lstStyle>
            <a:lvl1pPr algn="l">
              <a:lnSpc>
                <a:spcPct val="110000"/>
              </a:lnSpc>
              <a:spcAft>
                <a:spcPts val="300"/>
              </a:spcAft>
              <a:defRPr sz="800" cap="all" baseline="0">
                <a:solidFill>
                  <a:schemeClr val="tx1"/>
                </a:solidFill>
                <a:latin typeface="KONE Information" panose="020B0603040000020003" pitchFamily="34" charset="-79"/>
                <a:cs typeface="KONE Information" panose="020B0603040000020003" pitchFamily="34" charset="-79"/>
              </a:defRPr>
            </a:lvl1pPr>
          </a:lstStyle>
          <a:p>
            <a:endParaRPr lang="zh-CN" altLang="en-US" dirty="0"/>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1112500" y="6271200"/>
            <a:ext cx="648499" cy="180000"/>
          </a:xfrm>
          <a:prstGeom prst="rect">
            <a:avLst/>
          </a:prstGeom>
        </p:spPr>
        <p:txBody>
          <a:bodyPr vert="horz" lIns="0" tIns="0" rIns="0" bIns="0" rtlCol="0" anchor="b" anchorCtr="0"/>
          <a:lstStyle>
            <a:lvl1pPr algn="r">
              <a:lnSpc>
                <a:spcPct val="110000"/>
              </a:lnSpc>
              <a:defRPr sz="800">
                <a:solidFill>
                  <a:schemeClr val="tx1"/>
                </a:solidFill>
                <a:latin typeface="KONE Information" panose="020B0603040000020003" pitchFamily="34" charset="-79"/>
                <a:cs typeface="KONE Information" panose="020B0603040000020003" pitchFamily="34" charset="-79"/>
              </a:defRPr>
            </a:lvl1pPr>
          </a:lstStyle>
          <a:p>
            <a:fld id="{23AA811B-2EBD-4900-905E-5BE206449611}" type="slidenum">
              <a:rPr lang="en-US" altLang="zh-CN" smtClean="0"/>
              <a:pPr/>
              <a:t>‹#›</a:t>
            </a:fld>
            <a:endParaRPr lang="zh-CN" altLang="en-US" dirty="0"/>
          </a:p>
        </p:txBody>
      </p:sp>
      <p:sp>
        <p:nvSpPr>
          <p:cNvPr id="5" name="TextBox 4">
            <a:extLst>
              <a:ext uri="{FF2B5EF4-FFF2-40B4-BE49-F238E27FC236}">
                <a16:creationId xmlns:a16="http://schemas.microsoft.com/office/drawing/2014/main" id="{4C0FC8FD-114B-1058-EFAA-F67022FC5607}"/>
              </a:ext>
            </a:extLst>
          </p:cNvPr>
          <p:cNvSpPr txBox="1"/>
          <p:nvPr userDrawn="1">
            <p:extLst>
              <p:ext uri="{1162E1C5-73C7-4A58-AE30-91384D911F3F}">
                <p184:classification xmlns:p184="http://schemas.microsoft.com/office/powerpoint/2018/4/main" val="hdr"/>
              </p:ext>
            </p:extLst>
          </p:nvPr>
        </p:nvSpPr>
        <p:spPr>
          <a:xfrm>
            <a:off x="11469688" y="63500"/>
            <a:ext cx="687387" cy="121920"/>
          </a:xfrm>
          <a:prstGeom prst="rect">
            <a:avLst/>
          </a:prstGeom>
        </p:spPr>
        <p:txBody>
          <a:bodyPr horzOverflow="overflow" lIns="0" tIns="0" rIns="0" bIns="0">
            <a:spAutoFit/>
          </a:bodyPr>
          <a:lstStyle/>
          <a:p>
            <a:pPr algn="l"/>
            <a:r>
              <a:rPr lang="zh-CN" altLang="en-US" sz="800">
                <a:solidFill>
                  <a:srgbClr val="000000"/>
                </a:solidFill>
                <a:latin typeface="arial" panose="020B0604020202020204" pitchFamily="34" charset="0"/>
                <a:cs typeface="arial" panose="020B0604020202020204" pitchFamily="34" charset="0"/>
              </a:rPr>
              <a:t>KONE Internal</a:t>
            </a:r>
          </a:p>
        </p:txBody>
      </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730" r:id="rId1"/>
    <p:sldLayoutId id="2147483796" r:id="rId2"/>
    <p:sldLayoutId id="2147483797" r:id="rId3"/>
    <p:sldLayoutId id="2147483798" r:id="rId4"/>
    <p:sldLayoutId id="2147483799" r:id="rId5"/>
    <p:sldLayoutId id="2147483800" r:id="rId6"/>
    <p:sldLayoutId id="2147483737" r:id="rId7"/>
    <p:sldLayoutId id="2147483766" r:id="rId8"/>
    <p:sldLayoutId id="2147483806" r:id="rId9"/>
    <p:sldLayoutId id="2147483731" r:id="rId10"/>
    <p:sldLayoutId id="2147483801" r:id="rId11"/>
    <p:sldLayoutId id="2147483802" r:id="rId12"/>
    <p:sldLayoutId id="2147483803" r:id="rId13"/>
    <p:sldLayoutId id="2147483805" r:id="rId14"/>
    <p:sldLayoutId id="2147483804" r:id="rId15"/>
    <p:sldLayoutId id="2147483732" r:id="rId16"/>
    <p:sldLayoutId id="2147483807" r:id="rId17"/>
    <p:sldLayoutId id="2147483848" r:id="rId18"/>
    <p:sldLayoutId id="2147483849" r:id="rId19"/>
    <p:sldLayoutId id="2147483755" r:id="rId20"/>
    <p:sldLayoutId id="2147483808" r:id="rId21"/>
    <p:sldLayoutId id="2147483812" r:id="rId22"/>
    <p:sldLayoutId id="2147483813" r:id="rId23"/>
    <p:sldLayoutId id="2147483772" r:id="rId24"/>
    <p:sldLayoutId id="2147483809" r:id="rId25"/>
    <p:sldLayoutId id="2147483810" r:id="rId26"/>
    <p:sldLayoutId id="2147483811" r:id="rId27"/>
    <p:sldLayoutId id="2147483818" r:id="rId28"/>
    <p:sldLayoutId id="2147483826" r:id="rId29"/>
    <p:sldLayoutId id="2147483827" r:id="rId30"/>
    <p:sldLayoutId id="2147483817" r:id="rId31"/>
    <p:sldLayoutId id="2147483816" r:id="rId32"/>
    <p:sldLayoutId id="2147483845" r:id="rId33"/>
    <p:sldLayoutId id="2147483820" r:id="rId34"/>
    <p:sldLayoutId id="2147483821" r:id="rId35"/>
    <p:sldLayoutId id="2147483819" r:id="rId36"/>
    <p:sldLayoutId id="2147483824" r:id="rId37"/>
    <p:sldLayoutId id="2147483825" r:id="rId38"/>
    <p:sldLayoutId id="2147483828" r:id="rId39"/>
    <p:sldLayoutId id="2147483829" r:id="rId40"/>
    <p:sldLayoutId id="2147483830" r:id="rId41"/>
    <p:sldLayoutId id="2147483831" r:id="rId42"/>
    <p:sldLayoutId id="2147483832" r:id="rId43"/>
    <p:sldLayoutId id="2147483833" r:id="rId44"/>
    <p:sldLayoutId id="2147483743" r:id="rId45"/>
    <p:sldLayoutId id="2147483834" r:id="rId46"/>
    <p:sldLayoutId id="2147483835" r:id="rId47"/>
    <p:sldLayoutId id="2147483837" r:id="rId48"/>
    <p:sldLayoutId id="2147483836" r:id="rId49"/>
    <p:sldLayoutId id="2147483814" r:id="rId50"/>
    <p:sldLayoutId id="2147483815" r:id="rId51"/>
    <p:sldLayoutId id="2147483838" r:id="rId52"/>
    <p:sldLayoutId id="2147483839" r:id="rId53"/>
    <p:sldLayoutId id="2147483840" r:id="rId54"/>
    <p:sldLayoutId id="2147483841" r:id="rId55"/>
    <p:sldLayoutId id="2147483847" r:id="rId56"/>
    <p:sldLayoutId id="2147483844" r:id="rId57"/>
    <p:sldLayoutId id="2147483842" r:id="rId58"/>
    <p:sldLayoutId id="2147483843" r:id="rId59"/>
    <p:sldLayoutId id="2147483768" r:id="rId60"/>
    <p:sldLayoutId id="2147483744" r:id="rId61"/>
    <p:sldLayoutId id="2147483846" r:id="rId62"/>
    <p:sldLayoutId id="2147483751" r:id="rId63"/>
  </p:sldLayoutIdLst>
  <p:hf hdr="0"/>
  <p:txStyles>
    <p:titleStyle>
      <a:lvl1pPr algn="l" defTabSz="914400" rtl="0" eaLnBrk="1" latinLnBrk="0" hangingPunct="1">
        <a:lnSpc>
          <a:spcPct val="100000"/>
        </a:lnSpc>
        <a:spcBef>
          <a:spcPct val="0"/>
        </a:spcBef>
        <a:buNone/>
        <a:defRPr sz="3200" kern="1200" spc="-60" baseline="0">
          <a:solidFill>
            <a:schemeClr val="tx1"/>
          </a:solidFill>
          <a:latin typeface="+mj-lt"/>
          <a:ea typeface="+mj-ea"/>
          <a:cs typeface="+mj-cs"/>
        </a:defRPr>
      </a:lvl1pPr>
    </p:titleStyle>
    <p:bodyStyle>
      <a:lvl1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1pPr>
      <a:lvl2pPr marL="36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3pPr>
      <a:lvl4pPr marL="72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b="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Arial" panose="020B0604020202020204" pitchFamily="34" charset="0"/>
        <a:buChar char="​"/>
        <a:tabLst/>
        <a:defRPr sz="1800" kern="1200">
          <a:solidFill>
            <a:schemeClr val="tx1"/>
          </a:solidFill>
          <a:latin typeface="+mn-lt"/>
          <a:ea typeface="+mn-ea"/>
          <a:cs typeface="+mn-cs"/>
        </a:defRPr>
      </a:lvl5pPr>
      <a:lvl6pPr marL="0" indent="0" algn="l" defTabSz="914400" rtl="0" eaLnBrk="1" latinLnBrk="0" hangingPunct="1">
        <a:lnSpc>
          <a:spcPct val="110000"/>
        </a:lnSpc>
        <a:spcBef>
          <a:spcPts val="0"/>
        </a:spcBef>
        <a:spcAft>
          <a:spcPts val="0"/>
        </a:spcAft>
        <a:buFont typeface="Arial" panose="020B0604020202020204" pitchFamily="34" charset="0"/>
        <a:buChar char="​"/>
        <a:defRPr sz="1400" kern="1200" cap="none" baseline="0">
          <a:solidFill>
            <a:schemeClr val="tx1"/>
          </a:solidFill>
          <a:latin typeface="+mn-lt"/>
          <a:ea typeface="+mn-ea"/>
          <a:cs typeface="KONE Information" panose="020B0603040000020003" pitchFamily="34" charset="-79"/>
        </a:defRPr>
      </a:lvl6pPr>
      <a:lvl7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100" b="0" kern="1200" baseline="0">
          <a:solidFill>
            <a:schemeClr val="tx1"/>
          </a:solidFill>
          <a:latin typeface="+mn-lt"/>
          <a:ea typeface="+mn-ea"/>
          <a:cs typeface="+mn-cs"/>
        </a:defRPr>
      </a:lvl7pPr>
      <a:lvl8pPr marL="0" indent="0" algn="l" defTabSz="914400" rtl="0" eaLnBrk="1" latinLnBrk="0" hangingPunct="1">
        <a:lnSpc>
          <a:spcPct val="110000"/>
        </a:lnSpc>
        <a:spcBef>
          <a:spcPts val="0"/>
        </a:spcBef>
        <a:spcAft>
          <a:spcPts val="0"/>
        </a:spcAft>
        <a:buFont typeface="Arial" panose="020B0604020202020204" pitchFamily="34" charset="0"/>
        <a:buChar char="​"/>
        <a:defRPr sz="1100" kern="1200">
          <a:solidFill>
            <a:schemeClr val="tx1"/>
          </a:solidFill>
          <a:latin typeface="+mn-lt"/>
          <a:ea typeface="+mn-ea"/>
          <a:cs typeface="+mn-cs"/>
        </a:defRPr>
      </a:lvl8pPr>
      <a:lvl9pPr marL="0" indent="0" algn="l" defTabSz="914400" rtl="0" eaLnBrk="1" latinLnBrk="0" hangingPunct="1">
        <a:lnSpc>
          <a:spcPct val="110000"/>
        </a:lnSpc>
        <a:spcBef>
          <a:spcPts val="0"/>
        </a:spcBef>
        <a:spcAft>
          <a:spcPts val="300"/>
        </a:spcAft>
        <a:buFont typeface="Arial" panose="020B0604020202020204" pitchFamily="34" charset="0"/>
        <a:buChar char="​"/>
        <a:defRPr sz="1400" kern="1200" cap="all" spc="-60" baseline="0">
          <a:solidFill>
            <a:srgbClr val="1450F5"/>
          </a:solidFill>
          <a:latin typeface="KONE Information" panose="020B0603040000020003" pitchFamily="34" charset="-79"/>
          <a:ea typeface="+mn-ea"/>
          <a:cs typeface="KONE Information" panose="020B0603040000020003" pitchFamily="34" charset="-79"/>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79" userDrawn="1">
          <p15:clr>
            <a:srgbClr val="A4A3A4"/>
          </p15:clr>
        </p15:guide>
        <p15:guide id="2" pos="883" userDrawn="1">
          <p15:clr>
            <a:srgbClr val="A4A3A4"/>
          </p15:clr>
        </p15:guide>
        <p15:guide id="3" orient="horz" pos="272" userDrawn="1">
          <p15:clr>
            <a:srgbClr val="A4A3A4"/>
          </p15:clr>
        </p15:guide>
        <p15:guide id="4" orient="horz" pos="4047" userDrawn="1">
          <p15:clr>
            <a:srgbClr val="A4A3A4"/>
          </p15:clr>
        </p15:guide>
        <p15:guide id="5" pos="272" userDrawn="1">
          <p15:clr>
            <a:srgbClr val="A4A3A4"/>
          </p15:clr>
        </p15:guide>
        <p15:guide id="6" pos="7407" userDrawn="1">
          <p15:clr>
            <a:srgbClr val="A4A3A4"/>
          </p15:clr>
        </p15:guide>
        <p15:guide id="7" pos="1291" userDrawn="1">
          <p15:clr>
            <a:srgbClr val="A4A3A4"/>
          </p15:clr>
        </p15:guide>
        <p15:guide id="8" pos="1495" userDrawn="1">
          <p15:clr>
            <a:srgbClr val="A4A3A4"/>
          </p15:clr>
        </p15:guide>
        <p15:guide id="9" pos="1902" userDrawn="1">
          <p15:clr>
            <a:srgbClr val="A4A3A4"/>
          </p15:clr>
        </p15:guide>
        <p15:guide id="10" pos="2107" userDrawn="1">
          <p15:clr>
            <a:srgbClr val="A4A3A4"/>
          </p15:clr>
        </p15:guide>
        <p15:guide id="11" pos="2514" userDrawn="1">
          <p15:clr>
            <a:srgbClr val="A4A3A4"/>
          </p15:clr>
        </p15:guide>
        <p15:guide id="12" pos="2718" userDrawn="1">
          <p15:clr>
            <a:srgbClr val="A4A3A4"/>
          </p15:clr>
        </p15:guide>
        <p15:guide id="13" pos="3126" userDrawn="1">
          <p15:clr>
            <a:srgbClr val="A4A3A4"/>
          </p15:clr>
        </p15:guide>
        <p15:guide id="14" pos="3330" userDrawn="1">
          <p15:clr>
            <a:srgbClr val="A4A3A4"/>
          </p15:clr>
        </p15:guide>
        <p15:guide id="15" pos="3737" userDrawn="1">
          <p15:clr>
            <a:srgbClr val="A4A3A4"/>
          </p15:clr>
        </p15:guide>
        <p15:guide id="16" pos="3941" userDrawn="1">
          <p15:clr>
            <a:srgbClr val="A4A3A4"/>
          </p15:clr>
        </p15:guide>
        <p15:guide id="17" pos="4349" userDrawn="1">
          <p15:clr>
            <a:srgbClr val="A4A3A4"/>
          </p15:clr>
        </p15:guide>
        <p15:guide id="18" pos="4553" userDrawn="1">
          <p15:clr>
            <a:srgbClr val="A4A3A4"/>
          </p15:clr>
        </p15:guide>
        <p15:guide id="19" pos="4961" userDrawn="1">
          <p15:clr>
            <a:srgbClr val="A4A3A4"/>
          </p15:clr>
        </p15:guide>
        <p15:guide id="20" pos="5165" userDrawn="1">
          <p15:clr>
            <a:srgbClr val="A4A3A4"/>
          </p15:clr>
        </p15:guide>
        <p15:guide id="21" pos="5572" userDrawn="1">
          <p15:clr>
            <a:srgbClr val="A4A3A4"/>
          </p15:clr>
        </p15:guide>
        <p15:guide id="22" pos="5776" userDrawn="1">
          <p15:clr>
            <a:srgbClr val="A4A3A4"/>
          </p15:clr>
        </p15:guide>
        <p15:guide id="23" pos="6184" userDrawn="1">
          <p15:clr>
            <a:srgbClr val="A4A3A4"/>
          </p15:clr>
        </p15:guide>
        <p15:guide id="24" pos="6388" userDrawn="1">
          <p15:clr>
            <a:srgbClr val="A4A3A4"/>
          </p15:clr>
        </p15:guide>
        <p15:guide id="25" pos="6795" userDrawn="1">
          <p15:clr>
            <a:srgbClr val="A4A3A4"/>
          </p15:clr>
        </p15:guide>
        <p15:guide id="26" pos="7000" userDrawn="1">
          <p15:clr>
            <a:srgbClr val="A4A3A4"/>
          </p15:clr>
        </p15:guide>
        <p15:guide id="27" orient="horz" pos="544" userDrawn="1">
          <p15:clr>
            <a:srgbClr val="A4A3A4"/>
          </p15:clr>
        </p15:guide>
        <p15:guide id="28" orient="horz" pos="816" userDrawn="1">
          <p15:clr>
            <a:srgbClr val="A4A3A4"/>
          </p15:clr>
        </p15:guide>
        <p15:guide id="29" orient="horz" pos="1088" userDrawn="1">
          <p15:clr>
            <a:srgbClr val="A4A3A4"/>
          </p15:clr>
        </p15:guide>
        <p15:guide id="30" orient="horz" pos="3775" userDrawn="1">
          <p15:clr>
            <a:srgbClr val="A4A3A4"/>
          </p15:clr>
        </p15:guide>
        <p15:guide id="31" orient="horz" pos="3503"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6.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hyperlink" Target="https://docs.pingcap.com/zh/tidb/stable/tidb-architecture" TargetMode="External"/><Relationship Id="rId2" Type="http://schemas.openxmlformats.org/officeDocument/2006/relationships/image" Target="../media/image30.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8.xml"/><Relationship Id="rId5" Type="http://schemas.openxmlformats.org/officeDocument/2006/relationships/hyperlink" Target="https://doris.apache.org/zh-CN/docs/dev/get-starting/what-is-apache-doris" TargetMode="Externa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hyperlink" Target="https://docs.snowflake.com/en/user-guide/intro-key-concepts" TargetMode="External"/><Relationship Id="rId2" Type="http://schemas.openxmlformats.org/officeDocument/2006/relationships/image" Target="../media/image34.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hyperlink" Target="https://db-engines.com/en/ranking" TargetMode="External"/><Relationship Id="rId2" Type="http://schemas.openxmlformats.org/officeDocument/2006/relationships/image" Target="../media/image35.png"/><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hyperlink" Target="https://www.databricks.com/blog/2020/01/30/what-is-a-data-lakehouse.html" TargetMode="External"/><Relationship Id="rId2" Type="http://schemas.openxmlformats.org/officeDocument/2006/relationships/image" Target="../media/image36.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hyperlink" Target="https://hudi.apache.org/" TargetMode="External"/><Relationship Id="rId2" Type="http://schemas.openxmlformats.org/officeDocument/2006/relationships/image" Target="../media/image37.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8" Type="http://schemas.openxmlformats.org/officeDocument/2006/relationships/hyperlink" Target="https://tech.meituan.com/2021/08/26/data-warehouse-in-meituan-waimai.html" TargetMode="External"/><Relationship Id="rId3" Type="http://schemas.openxmlformats.org/officeDocument/2006/relationships/hyperlink" Target="https://tech.meituan.com/2018/10/18/meishi-data-flink.html" TargetMode="External"/><Relationship Id="rId7"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zhuanlan.zhihu.com/p/655521282" TargetMode="External"/><Relationship Id="rId1" Type="http://schemas.openxmlformats.org/officeDocument/2006/relationships/slideLayout" Target="../slideLayouts/slideLayout16.xml"/><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7.xml"/><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0.xml"/><Relationship Id="rId5" Type="http://schemas.openxmlformats.org/officeDocument/2006/relationships/hyperlink" Target="https://mp.weixin.qq.com/s/5E2nq51qA8qo_WFelykU5g" TargetMode="Externa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47502D9B-25D9-043A-2263-9B65A10132E5}"/>
              </a:ext>
            </a:extLst>
          </p:cNvPr>
          <p:cNvSpPr>
            <a:spLocks noGrp="1"/>
          </p:cNvSpPr>
          <p:nvPr>
            <p:ph type="ctrTitle"/>
          </p:nvPr>
        </p:nvSpPr>
        <p:spPr/>
        <p:txBody>
          <a:bodyPr/>
          <a:lstStyle/>
          <a:p>
            <a:r>
              <a:rPr lang="zh-CN" altLang="en-US" dirty="0"/>
              <a:t>数据存储相关调研</a:t>
            </a:r>
          </a:p>
        </p:txBody>
      </p:sp>
      <p:sp>
        <p:nvSpPr>
          <p:cNvPr id="11" name="Pladsholder til tekst 10">
            <a:extLst>
              <a:ext uri="{FF2B5EF4-FFF2-40B4-BE49-F238E27FC236}">
                <a16:creationId xmlns:a16="http://schemas.microsoft.com/office/drawing/2014/main" id="{BEC29D5B-CB64-050B-7157-E6D3E68EFF49}"/>
              </a:ext>
            </a:extLst>
          </p:cNvPr>
          <p:cNvSpPr>
            <a:spLocks noGrp="1"/>
          </p:cNvSpPr>
          <p:nvPr>
            <p:ph type="body" sz="quarter" idx="19"/>
          </p:nvPr>
        </p:nvSpPr>
        <p:spPr/>
        <p:txBody>
          <a:bodyPr/>
          <a:lstStyle/>
          <a:p>
            <a:r>
              <a:rPr lang="en-US" altLang="zh-CN" dirty="0"/>
              <a:t>Guo Dong</a:t>
            </a:r>
            <a:endParaRPr lang="zh-CN" altLang="en-US" dirty="0"/>
          </a:p>
        </p:txBody>
      </p:sp>
      <p:sp>
        <p:nvSpPr>
          <p:cNvPr id="7" name="Date Placeholder 6">
            <a:extLst>
              <a:ext uri="{FF2B5EF4-FFF2-40B4-BE49-F238E27FC236}">
                <a16:creationId xmlns:a16="http://schemas.microsoft.com/office/drawing/2014/main" id="{D70DFE41-EB03-4DF5-B8EC-7DA0B9FDE202}"/>
              </a:ext>
            </a:extLst>
          </p:cNvPr>
          <p:cNvSpPr>
            <a:spLocks noGrp="1"/>
          </p:cNvSpPr>
          <p:nvPr>
            <p:ph type="dt" sz="half" idx="20"/>
          </p:nvPr>
        </p:nvSpPr>
        <p:spPr/>
        <p:txBody>
          <a:bodyPr/>
          <a:lstStyle/>
          <a:p>
            <a:fld id="{B2BF6BAD-C398-4A51-BBC7-8802EF7C9DF2}" type="datetime2">
              <a:rPr lang="zh-CN" altLang="en-US" smtClean="0"/>
              <a:t>2024年3月20日</a:t>
            </a:fld>
            <a:endParaRPr lang="zh-CN" altLang="en-US" dirty="0"/>
          </a:p>
        </p:txBody>
      </p:sp>
      <p:pic>
        <p:nvPicPr>
          <p:cNvPr id="6" name="Picture Placeholder 5" descr="A couple of men walking down a flight of stairs&#10;&#10;Description automatically generated with medium confidence">
            <a:extLst>
              <a:ext uri="{FF2B5EF4-FFF2-40B4-BE49-F238E27FC236}">
                <a16:creationId xmlns:a16="http://schemas.microsoft.com/office/drawing/2014/main" id="{01FF9073-EB81-58B7-F7D4-93EAB322540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 r="1"/>
          <a:stretch>
            <a:fillRect/>
          </a:stretch>
        </p:blipFill>
        <p:spPr/>
      </p:pic>
      <p:sp>
        <p:nvSpPr>
          <p:cNvPr id="4" name="Slide Number Placeholder 3" hidden="1">
            <a:extLst>
              <a:ext uri="{FF2B5EF4-FFF2-40B4-BE49-F238E27FC236}">
                <a16:creationId xmlns:a16="http://schemas.microsoft.com/office/drawing/2014/main" id="{C3468A09-4EC0-B128-6473-0821ABCCAA8B}"/>
              </a:ext>
            </a:extLst>
          </p:cNvPr>
          <p:cNvSpPr>
            <a:spLocks noGrp="1"/>
          </p:cNvSpPr>
          <p:nvPr>
            <p:ph type="sldNum" sz="quarter" idx="17"/>
          </p:nvPr>
        </p:nvSpPr>
        <p:spPr/>
        <p:txBody>
          <a:bodyPr/>
          <a:lstStyle/>
          <a:p>
            <a:fld id="{23AA811B-2EBD-4900-905E-5BE206449611}" type="slidenum">
              <a:rPr lang="en-US" altLang="zh-CN" smtClean="0"/>
              <a:pPr/>
              <a:t>1</a:t>
            </a:fld>
            <a:endParaRPr lang="zh-CN" altLang="en-US" dirty="0"/>
          </a:p>
        </p:txBody>
      </p:sp>
    </p:spTree>
    <p:extLst>
      <p:ext uri="{BB962C8B-B14F-4D97-AF65-F5344CB8AC3E}">
        <p14:creationId xmlns:p14="http://schemas.microsoft.com/office/powerpoint/2010/main" val="3147793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person holding a bicycle&#10;&#10;Description automatically generated with medium confidence">
            <a:extLst>
              <a:ext uri="{FF2B5EF4-FFF2-40B4-BE49-F238E27FC236}">
                <a16:creationId xmlns:a16="http://schemas.microsoft.com/office/drawing/2014/main" id="{6AA8295B-D8A1-A375-4135-676CE234C2EE}"/>
              </a:ext>
            </a:extLst>
          </p:cNvPr>
          <p:cNvPicPr>
            <a:picLocks noGrp="1" noChangeAspect="1"/>
          </p:cNvPicPr>
          <p:nvPr>
            <p:ph type="pic" sz="quarter" idx="18"/>
          </p:nvPr>
        </p:nvPicPr>
        <p:blipFill rotWithShape="1">
          <a:blip r:embed="rId2">
            <a:extLst>
              <a:ext uri="{28A0092B-C50C-407E-A947-70E740481C1C}">
                <a14:useLocalDpi xmlns:a14="http://schemas.microsoft.com/office/drawing/2010/main" val="0"/>
              </a:ext>
            </a:extLst>
          </a:blip>
          <a:srcRect l="28" r="28"/>
          <a:stretch/>
        </p:blipFill>
        <p:spPr/>
      </p:pic>
      <p:sp>
        <p:nvSpPr>
          <p:cNvPr id="6" name="Text Placeholder 5">
            <a:extLst>
              <a:ext uri="{FF2B5EF4-FFF2-40B4-BE49-F238E27FC236}">
                <a16:creationId xmlns:a16="http://schemas.microsoft.com/office/drawing/2014/main" id="{F0BCA820-0C19-ECD0-C4CF-ECBA82C1DDBA}"/>
              </a:ext>
            </a:extLst>
          </p:cNvPr>
          <p:cNvSpPr>
            <a:spLocks noGrp="1"/>
          </p:cNvSpPr>
          <p:nvPr>
            <p:ph type="body" sz="quarter" idx="14"/>
          </p:nvPr>
        </p:nvSpPr>
        <p:spPr/>
        <p:txBody>
          <a:bodyPr/>
          <a:lstStyle/>
          <a:p>
            <a:endParaRPr lang="zh-CN" altLang="en-US" dirty="0"/>
          </a:p>
        </p:txBody>
      </p:sp>
      <p:sp>
        <p:nvSpPr>
          <p:cNvPr id="5" name="Date Placeholder 4">
            <a:extLst>
              <a:ext uri="{FF2B5EF4-FFF2-40B4-BE49-F238E27FC236}">
                <a16:creationId xmlns:a16="http://schemas.microsoft.com/office/drawing/2014/main" id="{0C89DD08-E2EA-6BF3-7BF6-8DE60189E516}"/>
              </a:ext>
            </a:extLst>
          </p:cNvPr>
          <p:cNvSpPr>
            <a:spLocks noGrp="1"/>
          </p:cNvSpPr>
          <p:nvPr>
            <p:ph type="dt" sz="half" idx="19"/>
          </p:nvPr>
        </p:nvSpPr>
        <p:spPr/>
        <p:txBody>
          <a:bodyPr/>
          <a:lstStyle/>
          <a:p>
            <a:fld id="{385E7A8B-99D5-4698-BFDB-A64866F0BD93}" type="datetime2">
              <a:rPr lang="zh-CN" altLang="en-US" smtClean="0"/>
              <a:t>2024年3月20日</a:t>
            </a:fld>
            <a:endParaRPr lang="zh-CN" altLang="en-US" dirty="0"/>
          </a:p>
        </p:txBody>
      </p:sp>
      <p:sp>
        <p:nvSpPr>
          <p:cNvPr id="7" name="Slide Number Placeholder 6">
            <a:extLst>
              <a:ext uri="{FF2B5EF4-FFF2-40B4-BE49-F238E27FC236}">
                <a16:creationId xmlns:a16="http://schemas.microsoft.com/office/drawing/2014/main" id="{EFADAEFA-A908-AD55-1BB7-92CCD9F044CB}"/>
              </a:ext>
            </a:extLst>
          </p:cNvPr>
          <p:cNvSpPr>
            <a:spLocks noGrp="1"/>
          </p:cNvSpPr>
          <p:nvPr>
            <p:ph type="sldNum" sz="quarter" idx="21"/>
          </p:nvPr>
        </p:nvSpPr>
        <p:spPr/>
        <p:txBody>
          <a:bodyPr/>
          <a:lstStyle/>
          <a:p>
            <a:fld id="{23AA811B-2EBD-4900-905E-5BE206449611}" type="slidenum">
              <a:rPr lang="en-US" altLang="zh-CN" smtClean="0"/>
              <a:pPr/>
              <a:t>2</a:t>
            </a:fld>
            <a:endParaRPr lang="zh-CN" altLang="en-US" dirty="0"/>
          </a:p>
        </p:txBody>
      </p:sp>
      <p:sp>
        <p:nvSpPr>
          <p:cNvPr id="2" name="Footer Placeholder 1">
            <a:extLst>
              <a:ext uri="{FF2B5EF4-FFF2-40B4-BE49-F238E27FC236}">
                <a16:creationId xmlns:a16="http://schemas.microsoft.com/office/drawing/2014/main" id="{3ED6F561-3918-4CEC-58C7-396029C759C3}"/>
              </a:ext>
            </a:extLst>
          </p:cNvPr>
          <p:cNvSpPr>
            <a:spLocks noGrp="1"/>
          </p:cNvSpPr>
          <p:nvPr>
            <p:ph type="ftr" sz="quarter" idx="22"/>
          </p:nvPr>
        </p:nvSpPr>
        <p:spPr/>
        <p:txBody>
          <a:bodyPr/>
          <a:lstStyle/>
          <a:p>
            <a:endParaRPr lang="zh-CN" altLang="en-US" dirty="0"/>
          </a:p>
        </p:txBody>
      </p:sp>
      <p:sp>
        <p:nvSpPr>
          <p:cNvPr id="8" name="Title 11">
            <a:extLst>
              <a:ext uri="{FF2B5EF4-FFF2-40B4-BE49-F238E27FC236}">
                <a16:creationId xmlns:a16="http://schemas.microsoft.com/office/drawing/2014/main" id="{BCE7252A-7A93-8FBD-665D-8E1E1E4FA7CE}"/>
              </a:ext>
            </a:extLst>
          </p:cNvPr>
          <p:cNvSpPr txBox="1">
            <a:spLocks/>
          </p:cNvSpPr>
          <p:nvPr/>
        </p:nvSpPr>
        <p:spPr>
          <a:xfrm>
            <a:off x="432000" y="863600"/>
            <a:ext cx="11325600" cy="98640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200" kern="1200" spc="-60" baseline="0">
                <a:solidFill>
                  <a:schemeClr val="tx1"/>
                </a:solidFill>
                <a:latin typeface="+mj-lt"/>
                <a:ea typeface="+mj-ea"/>
                <a:cs typeface="+mj-cs"/>
              </a:defRPr>
            </a:lvl1pPr>
          </a:lstStyle>
          <a:p>
            <a:r>
              <a:rPr lang="zh-CN" altLang="en-US" b="1" dirty="0"/>
              <a:t>目录</a:t>
            </a:r>
          </a:p>
        </p:txBody>
      </p:sp>
      <p:sp>
        <p:nvSpPr>
          <p:cNvPr id="15" name="Text Placeholder 14">
            <a:extLst>
              <a:ext uri="{FF2B5EF4-FFF2-40B4-BE49-F238E27FC236}">
                <a16:creationId xmlns:a16="http://schemas.microsoft.com/office/drawing/2014/main" id="{F0A1674B-CAE9-DCFC-8994-645B4D3BDC74}"/>
              </a:ext>
            </a:extLst>
          </p:cNvPr>
          <p:cNvSpPr>
            <a:spLocks noGrp="1"/>
          </p:cNvSpPr>
          <p:nvPr>
            <p:ph type="body" sz="quarter" idx="13"/>
          </p:nvPr>
        </p:nvSpPr>
        <p:spPr/>
        <p:txBody>
          <a:bodyPr/>
          <a:lstStyle/>
          <a:p>
            <a:r>
              <a:rPr lang="zh-CN" altLang="en-US" dirty="0"/>
              <a:t>背景及需求</a:t>
            </a:r>
            <a:endParaRPr lang="en-US" altLang="zh-CN" dirty="0"/>
          </a:p>
          <a:p>
            <a:r>
              <a:rPr lang="zh-CN" altLang="en-US" dirty="0"/>
              <a:t>未来定位</a:t>
            </a:r>
            <a:endParaRPr lang="en-US" altLang="zh-CN" dirty="0"/>
          </a:p>
          <a:p>
            <a:r>
              <a:rPr lang="en-US" altLang="zh-CN" dirty="0"/>
              <a:t>NoSQL</a:t>
            </a:r>
          </a:p>
          <a:p>
            <a:r>
              <a:rPr lang="en-US" altLang="zh-CN" dirty="0"/>
              <a:t>NewSQL</a:t>
            </a:r>
          </a:p>
          <a:p>
            <a:r>
              <a:rPr lang="zh-CN" altLang="en-US" dirty="0"/>
              <a:t>数据仓库</a:t>
            </a:r>
            <a:endParaRPr lang="en-US" altLang="zh-CN" dirty="0"/>
          </a:p>
          <a:p>
            <a:r>
              <a:rPr lang="zh-CN" altLang="en-US" dirty="0"/>
              <a:t>数据湖</a:t>
            </a:r>
            <a:endParaRPr lang="en-US" altLang="zh-CN" dirty="0"/>
          </a:p>
          <a:p>
            <a:r>
              <a:rPr lang="zh-CN" altLang="en-US" dirty="0"/>
              <a:t>行业解决方案</a:t>
            </a:r>
          </a:p>
        </p:txBody>
      </p:sp>
    </p:spTree>
    <p:extLst>
      <p:ext uri="{BB962C8B-B14F-4D97-AF65-F5344CB8AC3E}">
        <p14:creationId xmlns:p14="http://schemas.microsoft.com/office/powerpoint/2010/main" val="2649303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D94253A-04B8-0A66-F31E-456747F83D2A}"/>
              </a:ext>
            </a:extLst>
          </p:cNvPr>
          <p:cNvSpPr>
            <a:spLocks noGrp="1"/>
          </p:cNvSpPr>
          <p:nvPr>
            <p:ph type="title"/>
          </p:nvPr>
        </p:nvSpPr>
        <p:spPr/>
        <p:txBody>
          <a:bodyPr/>
          <a:lstStyle/>
          <a:p>
            <a:r>
              <a:rPr lang="zh-CN" altLang="en-US" b="1" dirty="0"/>
              <a:t>背景与需求</a:t>
            </a:r>
          </a:p>
        </p:txBody>
      </p:sp>
      <p:sp>
        <p:nvSpPr>
          <p:cNvPr id="13" name="Content Placeholder 12">
            <a:extLst>
              <a:ext uri="{FF2B5EF4-FFF2-40B4-BE49-F238E27FC236}">
                <a16:creationId xmlns:a16="http://schemas.microsoft.com/office/drawing/2014/main" id="{394E3518-9DE6-5FD1-3224-353F1209B27D}"/>
              </a:ext>
            </a:extLst>
          </p:cNvPr>
          <p:cNvSpPr>
            <a:spLocks noGrp="1"/>
          </p:cNvSpPr>
          <p:nvPr>
            <p:ph idx="1"/>
          </p:nvPr>
        </p:nvSpPr>
        <p:spPr>
          <a:xfrm>
            <a:off x="434401" y="1756588"/>
            <a:ext cx="5500488" cy="3833214"/>
          </a:xfrm>
        </p:spPr>
        <p:txBody>
          <a:bodyPr/>
          <a:lstStyle/>
          <a:p>
            <a:pPr>
              <a:buClr>
                <a:schemeClr val="tx1"/>
              </a:buClr>
            </a:pPr>
            <a:r>
              <a:rPr lang="zh-CN" altLang="en-US" sz="1800" b="1" dirty="0"/>
              <a:t>技术背景</a:t>
            </a:r>
            <a:endParaRPr lang="en-US" altLang="zh-CN" sz="1800" b="1" dirty="0"/>
          </a:p>
          <a:p>
            <a:pPr marL="522900" lvl="1" indent="-342900">
              <a:buClr>
                <a:schemeClr val="tx1"/>
              </a:buClr>
              <a:buFont typeface="+mj-lt"/>
              <a:buAutoNum type="arabicPeriod"/>
            </a:pPr>
            <a:r>
              <a:rPr lang="zh-CN" altLang="en-US" sz="1800" dirty="0"/>
              <a:t>数据流：</a:t>
            </a:r>
            <a:r>
              <a:rPr lang="en-US" altLang="zh-CN" sz="1800" dirty="0"/>
              <a:t>MSK-&gt; Kinesis -&gt; AWS Aurora </a:t>
            </a:r>
            <a:r>
              <a:rPr lang="en-US" altLang="zh-CN" sz="1800" dirty="0" err="1"/>
              <a:t>MySql</a:t>
            </a:r>
            <a:endParaRPr lang="en-US" altLang="zh-CN" sz="1800" dirty="0"/>
          </a:p>
          <a:p>
            <a:pPr marL="522900" lvl="1" indent="-342900">
              <a:buClr>
                <a:schemeClr val="tx1"/>
              </a:buClr>
              <a:buFont typeface="+mj-lt"/>
              <a:buAutoNum type="arabicPeriod"/>
            </a:pPr>
            <a:r>
              <a:rPr lang="en-US" altLang="zh-CN" sz="1800" dirty="0"/>
              <a:t>MSK: Kafka </a:t>
            </a:r>
            <a:r>
              <a:rPr lang="zh-CN" altLang="en-US" sz="1800" dirty="0"/>
              <a:t>消息队列</a:t>
            </a:r>
            <a:endParaRPr lang="en-US" altLang="zh-CN" sz="1800" dirty="0"/>
          </a:p>
          <a:p>
            <a:pPr marL="760050" lvl="2" indent="-400050">
              <a:buClr>
                <a:schemeClr val="tx1"/>
              </a:buClr>
              <a:buFont typeface="+mj-lt"/>
              <a:buAutoNum type="romanUcPeriod"/>
            </a:pPr>
            <a:r>
              <a:rPr lang="zh-CN" altLang="en-US" sz="1800" dirty="0"/>
              <a:t>跨</a:t>
            </a:r>
            <a:r>
              <a:rPr lang="en-US" altLang="zh-CN" sz="1800" dirty="0"/>
              <a:t>Landing Zone</a:t>
            </a:r>
            <a:r>
              <a:rPr lang="zh-CN" altLang="en-US" sz="1800" dirty="0"/>
              <a:t>的分发，由</a:t>
            </a:r>
            <a:r>
              <a:rPr lang="en-US" altLang="zh-CN" sz="1800" dirty="0"/>
              <a:t>MSK Replicator</a:t>
            </a:r>
            <a:r>
              <a:rPr lang="zh-CN" altLang="en-US" sz="1800" dirty="0"/>
              <a:t>托管复制</a:t>
            </a:r>
            <a:endParaRPr lang="en-US" altLang="zh-CN" sz="1800" dirty="0"/>
          </a:p>
          <a:p>
            <a:pPr marL="522900" lvl="1" indent="-342900">
              <a:buClr>
                <a:schemeClr val="tx1"/>
              </a:buClr>
              <a:buFont typeface="+mj-lt"/>
              <a:buAutoNum type="arabicPeriod"/>
            </a:pPr>
            <a:r>
              <a:rPr lang="en-US" altLang="zh-CN" sz="1800" dirty="0"/>
              <a:t>Kinesis</a:t>
            </a:r>
            <a:r>
              <a:rPr lang="zh-CN" altLang="en-US" sz="1800" dirty="0"/>
              <a:t>：数据摄取，</a:t>
            </a:r>
            <a:r>
              <a:rPr lang="en-US" altLang="zh-CN" sz="1800" dirty="0" err="1"/>
              <a:t>Flink</a:t>
            </a:r>
            <a:r>
              <a:rPr lang="en-US" altLang="zh-CN" sz="1800" dirty="0"/>
              <a:t> </a:t>
            </a:r>
            <a:r>
              <a:rPr lang="zh-CN" altLang="en-US" sz="1800" dirty="0"/>
              <a:t>流式处理</a:t>
            </a:r>
            <a:endParaRPr lang="en-US" altLang="zh-CN" sz="1800" dirty="0"/>
          </a:p>
          <a:p>
            <a:pPr marL="522900" lvl="1" indent="-342900">
              <a:buClr>
                <a:schemeClr val="tx1"/>
              </a:buClr>
              <a:buFont typeface="+mj-lt"/>
              <a:buAutoNum type="arabicPeriod"/>
            </a:pPr>
            <a:r>
              <a:rPr lang="en-US" altLang="zh-CN" sz="1800" dirty="0"/>
              <a:t>AWS Aurora MySQL: </a:t>
            </a:r>
            <a:r>
              <a:rPr lang="zh-CN" altLang="en-US" sz="1800" dirty="0"/>
              <a:t>优化后的关系型数据库</a:t>
            </a:r>
            <a:endParaRPr lang="en-US" altLang="zh-CN" sz="1800" dirty="0"/>
          </a:p>
          <a:p>
            <a:pPr marL="760050" lvl="2" indent="-400050">
              <a:buClr>
                <a:schemeClr val="tx1"/>
              </a:buClr>
              <a:buFont typeface="+mj-lt"/>
              <a:buAutoNum type="romanUcPeriod"/>
            </a:pPr>
            <a:r>
              <a:rPr lang="en-US" altLang="zh-CN" sz="1800" dirty="0"/>
              <a:t>Shared disk</a:t>
            </a:r>
            <a:r>
              <a:rPr lang="zh-CN" altLang="en-US" sz="1800" dirty="0"/>
              <a:t>架构，存储层共享解决一致性问题，</a:t>
            </a:r>
            <a:r>
              <a:rPr lang="en-US" altLang="zh-CN" sz="1800" dirty="0"/>
              <a:t>S3</a:t>
            </a:r>
            <a:r>
              <a:rPr lang="zh-CN" altLang="en-US" sz="1800" dirty="0"/>
              <a:t>做备份，引擎层依然是单机</a:t>
            </a:r>
            <a:endParaRPr lang="en-US" altLang="zh-CN" sz="1800" dirty="0"/>
          </a:p>
          <a:p>
            <a:pPr marL="760050" lvl="2" indent="-400050">
              <a:buClr>
                <a:schemeClr val="tx1"/>
              </a:buClr>
              <a:buFont typeface="+mj-lt"/>
              <a:buAutoNum type="romanUcPeriod"/>
            </a:pPr>
            <a:r>
              <a:rPr lang="zh-CN" altLang="en-US" sz="1800" dirty="0"/>
              <a:t>解决高可用、读写分离、存储计算分离部署，写入节点还是一个，写入有瓶颈</a:t>
            </a:r>
            <a:endParaRPr lang="en-US" altLang="zh-CN" sz="1800" dirty="0"/>
          </a:p>
          <a:p>
            <a:pPr marL="540000" lvl="3" indent="0">
              <a:buClr>
                <a:schemeClr val="tx1"/>
              </a:buClr>
              <a:buNone/>
            </a:pPr>
            <a:r>
              <a:rPr lang="en-US" altLang="zh-CN" sz="1800" dirty="0"/>
              <a:t> </a:t>
            </a:r>
          </a:p>
        </p:txBody>
      </p:sp>
      <p:sp>
        <p:nvSpPr>
          <p:cNvPr id="14" name="Content Placeholder 13">
            <a:extLst>
              <a:ext uri="{FF2B5EF4-FFF2-40B4-BE49-F238E27FC236}">
                <a16:creationId xmlns:a16="http://schemas.microsoft.com/office/drawing/2014/main" id="{6366221B-8DD9-654E-97EF-92AECC1F76E6}"/>
              </a:ext>
            </a:extLst>
          </p:cNvPr>
          <p:cNvSpPr>
            <a:spLocks noGrp="1"/>
          </p:cNvSpPr>
          <p:nvPr>
            <p:ph sz="half" idx="2"/>
          </p:nvPr>
        </p:nvSpPr>
        <p:spPr>
          <a:xfrm>
            <a:off x="6257113" y="1850000"/>
            <a:ext cx="5500488" cy="3833214"/>
          </a:xfrm>
        </p:spPr>
        <p:txBody>
          <a:bodyPr/>
          <a:lstStyle/>
          <a:p>
            <a:pPr>
              <a:buClr>
                <a:srgbClr val="141414"/>
              </a:buClr>
            </a:pPr>
            <a:r>
              <a:rPr lang="zh-CN" altLang="en-US" sz="1800" b="1" dirty="0"/>
              <a:t>技术需求</a:t>
            </a:r>
            <a:endParaRPr lang="en-US" altLang="zh-CN" sz="1800" b="1" dirty="0"/>
          </a:p>
          <a:p>
            <a:pPr marL="522900" lvl="1" indent="-342900">
              <a:buClr>
                <a:schemeClr val="tx1"/>
              </a:buClr>
              <a:buFont typeface="+mj-lt"/>
              <a:buAutoNum type="arabicPeriod"/>
            </a:pPr>
            <a:r>
              <a:rPr lang="zh-CN" altLang="en-US" sz="1800" dirty="0"/>
              <a:t>对存储需求大，千万</a:t>
            </a:r>
            <a:r>
              <a:rPr lang="en-US" altLang="zh-CN" sz="1800" dirty="0"/>
              <a:t>-</a:t>
            </a:r>
            <a:r>
              <a:rPr lang="zh-CN" altLang="en-US" sz="1800" dirty="0"/>
              <a:t>亿级</a:t>
            </a:r>
            <a:endParaRPr lang="en-US" altLang="zh-CN" sz="1800" dirty="0"/>
          </a:p>
          <a:p>
            <a:pPr marL="522900" lvl="1" indent="-342900">
              <a:buClr>
                <a:schemeClr val="tx1"/>
              </a:buClr>
              <a:buFont typeface="+mj-lt"/>
              <a:buAutoNum type="arabicPeriod"/>
            </a:pPr>
            <a:r>
              <a:rPr lang="zh-CN" altLang="en-US" sz="1800" dirty="0"/>
              <a:t>写入压力大于读取压力</a:t>
            </a:r>
            <a:endParaRPr lang="en-US" altLang="zh-CN" sz="1800" dirty="0"/>
          </a:p>
          <a:p>
            <a:pPr marL="522900" lvl="1" indent="-342900">
              <a:buClr>
                <a:schemeClr val="tx1"/>
              </a:buClr>
              <a:buFont typeface="+mj-lt"/>
              <a:buAutoNum type="arabicPeriod"/>
            </a:pPr>
            <a:r>
              <a:rPr lang="zh-CN" altLang="en-US" sz="1800" dirty="0"/>
              <a:t>需支持跨长时间的范围查询</a:t>
            </a:r>
            <a:endParaRPr lang="en-US" altLang="zh-CN" sz="1800" dirty="0"/>
          </a:p>
          <a:p>
            <a:pPr marL="522900" lvl="1" indent="-342900">
              <a:buClr>
                <a:schemeClr val="tx1"/>
              </a:buClr>
              <a:buFont typeface="+mj-lt"/>
              <a:buAutoNum type="arabicPeriod"/>
            </a:pPr>
            <a:r>
              <a:rPr lang="zh-CN" altLang="en-US" sz="1800" dirty="0"/>
              <a:t>偏向日志存储，但是需要任意自动组合检索、并发检索</a:t>
            </a:r>
            <a:endParaRPr lang="en-US" altLang="zh-CN" sz="1800" dirty="0"/>
          </a:p>
          <a:p>
            <a:pPr marL="522900" lvl="1" indent="-342900">
              <a:buClr>
                <a:schemeClr val="tx1"/>
              </a:buClr>
              <a:buFont typeface="+mj-lt"/>
              <a:buAutoNum type="arabicPeriod"/>
            </a:pPr>
            <a:r>
              <a:rPr lang="zh-CN" altLang="en-US" sz="1800" dirty="0"/>
              <a:t>业务偏</a:t>
            </a:r>
            <a:r>
              <a:rPr lang="en-US" altLang="zh-CN" sz="1800" dirty="0"/>
              <a:t>OLAP,</a:t>
            </a:r>
            <a:r>
              <a:rPr lang="zh-CN" altLang="en-US" sz="1800" dirty="0"/>
              <a:t>而非</a:t>
            </a:r>
            <a:r>
              <a:rPr lang="en-US" altLang="zh-CN" sz="1800" dirty="0"/>
              <a:t>OLTP</a:t>
            </a:r>
          </a:p>
          <a:p>
            <a:pPr marL="522900" lvl="1" indent="-342900">
              <a:buClr>
                <a:schemeClr val="tx1"/>
              </a:buClr>
              <a:buFont typeface="+mj-lt"/>
              <a:buAutoNum type="arabicPeriod"/>
            </a:pPr>
            <a:r>
              <a:rPr lang="zh-CN" altLang="en-US" sz="1800" dirty="0"/>
              <a:t>数据实时更新计算</a:t>
            </a:r>
          </a:p>
          <a:p>
            <a:pPr lvl="1">
              <a:buClr>
                <a:srgbClr val="141414"/>
              </a:buClr>
            </a:pPr>
            <a:endParaRPr lang="zh-CN" altLang="en-US" sz="1800" b="1" dirty="0"/>
          </a:p>
        </p:txBody>
      </p:sp>
      <p:sp>
        <p:nvSpPr>
          <p:cNvPr id="7" name="Date Placeholder 6">
            <a:extLst>
              <a:ext uri="{FF2B5EF4-FFF2-40B4-BE49-F238E27FC236}">
                <a16:creationId xmlns:a16="http://schemas.microsoft.com/office/drawing/2014/main" id="{C5CE51C2-8EAA-5F81-0704-265FD401CD32}"/>
              </a:ext>
            </a:extLst>
          </p:cNvPr>
          <p:cNvSpPr>
            <a:spLocks noGrp="1"/>
          </p:cNvSpPr>
          <p:nvPr>
            <p:ph type="dt" sz="half" idx="10"/>
          </p:nvPr>
        </p:nvSpPr>
        <p:spPr/>
        <p:txBody>
          <a:bodyPr/>
          <a:lstStyle/>
          <a:p>
            <a:fld id="{68671D62-221E-44C1-B904-3A7788AA6E53}" type="datetime2">
              <a:rPr lang="zh-CN" altLang="en-US" smtClean="0"/>
              <a:t>2024年3月20日</a:t>
            </a:fld>
            <a:endParaRPr lang="zh-CN" altLang="en-US" dirty="0"/>
          </a:p>
        </p:txBody>
      </p:sp>
      <p:sp>
        <p:nvSpPr>
          <p:cNvPr id="9" name="Slide Number Placeholder 8">
            <a:extLst>
              <a:ext uri="{FF2B5EF4-FFF2-40B4-BE49-F238E27FC236}">
                <a16:creationId xmlns:a16="http://schemas.microsoft.com/office/drawing/2014/main" id="{F8B531F0-0440-E9FA-A7AC-D192C3953CA0}"/>
              </a:ext>
            </a:extLst>
          </p:cNvPr>
          <p:cNvSpPr>
            <a:spLocks noGrp="1"/>
          </p:cNvSpPr>
          <p:nvPr>
            <p:ph type="sldNum" sz="quarter" idx="12"/>
          </p:nvPr>
        </p:nvSpPr>
        <p:spPr/>
        <p:txBody>
          <a:bodyPr/>
          <a:lstStyle/>
          <a:p>
            <a:fld id="{23AA811B-2EBD-4900-905E-5BE206449611}" type="slidenum">
              <a:rPr lang="en-US" altLang="zh-CN" smtClean="0"/>
              <a:pPr/>
              <a:t>3</a:t>
            </a:fld>
            <a:endParaRPr lang="zh-CN" altLang="en-US" dirty="0"/>
          </a:p>
        </p:txBody>
      </p:sp>
      <p:sp>
        <p:nvSpPr>
          <p:cNvPr id="2" name="Footer Placeholder 1">
            <a:extLst>
              <a:ext uri="{FF2B5EF4-FFF2-40B4-BE49-F238E27FC236}">
                <a16:creationId xmlns:a16="http://schemas.microsoft.com/office/drawing/2014/main" id="{34A5CB2D-BC5F-9737-E879-8831AF4C2225}"/>
              </a:ext>
            </a:extLst>
          </p:cNvPr>
          <p:cNvSpPr>
            <a:spLocks noGrp="1"/>
          </p:cNvSpPr>
          <p:nvPr>
            <p:ph type="ftr" sz="quarter" idx="11"/>
          </p:nvPr>
        </p:nvSpPr>
        <p:spPr/>
        <p:txBody>
          <a:bodyPr/>
          <a:lstStyle/>
          <a:p>
            <a:endParaRPr lang="zh-CN" altLang="en-US" dirty="0"/>
          </a:p>
        </p:txBody>
      </p:sp>
    </p:spTree>
    <p:extLst>
      <p:ext uri="{BB962C8B-B14F-4D97-AF65-F5344CB8AC3E}">
        <p14:creationId xmlns:p14="http://schemas.microsoft.com/office/powerpoint/2010/main" val="4076584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CFE46-5C0C-3741-AD45-A46F0EF1BBD1}"/>
              </a:ext>
            </a:extLst>
          </p:cNvPr>
          <p:cNvSpPr>
            <a:spLocks noGrp="1"/>
          </p:cNvSpPr>
          <p:nvPr>
            <p:ph type="title"/>
          </p:nvPr>
        </p:nvSpPr>
        <p:spPr>
          <a:xfrm>
            <a:off x="494753" y="371987"/>
            <a:ext cx="8737400" cy="986400"/>
          </a:xfrm>
        </p:spPr>
        <p:txBody>
          <a:bodyPr/>
          <a:lstStyle/>
          <a:p>
            <a:r>
              <a:rPr lang="zh-CN" altLang="en-US" b="1" dirty="0"/>
              <a:t>业务定位与未来展望</a:t>
            </a:r>
          </a:p>
        </p:txBody>
      </p:sp>
      <p:sp>
        <p:nvSpPr>
          <p:cNvPr id="3" name="Content Placeholder 2">
            <a:extLst>
              <a:ext uri="{FF2B5EF4-FFF2-40B4-BE49-F238E27FC236}">
                <a16:creationId xmlns:a16="http://schemas.microsoft.com/office/drawing/2014/main" id="{8EFDC704-F75B-734C-6F3C-3328C88049EA}"/>
              </a:ext>
            </a:extLst>
          </p:cNvPr>
          <p:cNvSpPr>
            <a:spLocks noGrp="1"/>
          </p:cNvSpPr>
          <p:nvPr>
            <p:ph idx="1"/>
          </p:nvPr>
        </p:nvSpPr>
        <p:spPr>
          <a:xfrm>
            <a:off x="494753" y="1174787"/>
            <a:ext cx="4328259" cy="3832613"/>
          </a:xfrm>
        </p:spPr>
        <p:txBody>
          <a:bodyPr/>
          <a:lstStyle/>
          <a:p>
            <a:pPr>
              <a:buClr>
                <a:srgbClr val="141414"/>
              </a:buClr>
            </a:pPr>
            <a:r>
              <a:rPr lang="en-US" altLang="zh-CN" sz="1800" b="1" dirty="0"/>
              <a:t>OLTP (On-Line Transaction Processing) </a:t>
            </a:r>
            <a:r>
              <a:rPr lang="zh-CN" altLang="en-US" sz="1800" b="1" dirty="0"/>
              <a:t>联机事务处理</a:t>
            </a:r>
            <a:endParaRPr lang="en-US" altLang="zh-CN" sz="1800" b="1" dirty="0"/>
          </a:p>
          <a:p>
            <a:pPr marL="580050" lvl="1" indent="-400050">
              <a:buClr>
                <a:srgbClr val="141414"/>
              </a:buClr>
              <a:buFont typeface="+mj-lt"/>
              <a:buAutoNum type="romanUcPeriod"/>
            </a:pPr>
            <a:r>
              <a:rPr lang="zh-CN" altLang="en-US" dirty="0"/>
              <a:t>传统关系型数据库（</a:t>
            </a:r>
            <a:r>
              <a:rPr lang="en-US" altLang="zh-CN" dirty="0"/>
              <a:t>RDBMS</a:t>
            </a:r>
            <a:r>
              <a:rPr lang="zh-CN" altLang="en-US" dirty="0"/>
              <a:t>）的主要应用</a:t>
            </a:r>
            <a:endParaRPr lang="en-US" altLang="zh-CN" dirty="0"/>
          </a:p>
          <a:p>
            <a:pPr marL="580050" lvl="1" indent="-400050">
              <a:buClr>
                <a:srgbClr val="141414"/>
              </a:buClr>
              <a:buFont typeface="+mj-lt"/>
              <a:buAutoNum type="romanUcPeriod"/>
            </a:pPr>
            <a:r>
              <a:rPr lang="zh-CN" altLang="en-US" dirty="0"/>
              <a:t>基本、日常的事务处理，如银行交易、订单处理</a:t>
            </a:r>
            <a:endParaRPr lang="en-US" altLang="zh-CN" dirty="0"/>
          </a:p>
          <a:p>
            <a:pPr>
              <a:buClr>
                <a:srgbClr val="141414"/>
              </a:buClr>
            </a:pPr>
            <a:r>
              <a:rPr lang="en-US" altLang="zh-CN" sz="1800" b="1" dirty="0"/>
              <a:t>OLAP (On-Line Analytical Processing) </a:t>
            </a:r>
            <a:r>
              <a:rPr lang="zh-CN" altLang="en-US" sz="1800" b="1" dirty="0"/>
              <a:t>联机分析处理</a:t>
            </a:r>
            <a:endParaRPr lang="en-US" altLang="zh-CN" sz="1800" b="1" dirty="0"/>
          </a:p>
          <a:p>
            <a:pPr marL="694350" lvl="1" indent="-514350">
              <a:buClr>
                <a:srgbClr val="141414"/>
              </a:buClr>
              <a:buFont typeface="+mj-lt"/>
              <a:buAutoNum type="romanUcPeriod"/>
            </a:pPr>
            <a:r>
              <a:rPr lang="zh-CN" altLang="en-US" dirty="0"/>
              <a:t>数据仓库的主要应用</a:t>
            </a:r>
            <a:endParaRPr lang="en-US" altLang="zh-CN" b="1" dirty="0"/>
          </a:p>
          <a:p>
            <a:pPr marL="694350" lvl="1" indent="-514350">
              <a:buClr>
                <a:srgbClr val="141414"/>
              </a:buClr>
              <a:buFont typeface="+mj-lt"/>
              <a:buAutoNum type="romanUcPeriod"/>
            </a:pPr>
            <a:r>
              <a:rPr lang="zh-CN" altLang="en-US" dirty="0"/>
              <a:t>支持复杂的聚合、分组等查询，侧重商业决策的数据支持、报表展示等</a:t>
            </a:r>
            <a:endParaRPr lang="en-US" altLang="zh-CN" dirty="0"/>
          </a:p>
        </p:txBody>
      </p:sp>
      <p:sp>
        <p:nvSpPr>
          <p:cNvPr id="4" name="Date Placeholder 3">
            <a:extLst>
              <a:ext uri="{FF2B5EF4-FFF2-40B4-BE49-F238E27FC236}">
                <a16:creationId xmlns:a16="http://schemas.microsoft.com/office/drawing/2014/main" id="{C779F1DC-EAA1-1BE9-7FC5-A783C232D4C5}"/>
              </a:ext>
            </a:extLst>
          </p:cNvPr>
          <p:cNvSpPr>
            <a:spLocks noGrp="1"/>
          </p:cNvSpPr>
          <p:nvPr>
            <p:ph type="dt" sz="half" idx="14"/>
          </p:nvPr>
        </p:nvSpPr>
        <p:spPr/>
        <p:txBody>
          <a:bodyPr/>
          <a:lstStyle/>
          <a:p>
            <a:fld id="{C053C9CC-70BF-4D8F-8638-077867D93BB3}"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5E103EEC-2A63-913D-0AE8-A1E6EB09511A}"/>
              </a:ext>
            </a:extLst>
          </p:cNvPr>
          <p:cNvSpPr>
            <a:spLocks noGrp="1"/>
          </p:cNvSpPr>
          <p:nvPr>
            <p:ph type="ftr" sz="quarter" idx="15"/>
          </p:nvPr>
        </p:nvSpPr>
        <p:spPr/>
        <p:txBody>
          <a:bodyPr/>
          <a:lstStyle/>
          <a:p>
            <a:endParaRPr lang="zh-CN" altLang="en-US" dirty="0"/>
          </a:p>
        </p:txBody>
      </p:sp>
      <p:sp>
        <p:nvSpPr>
          <p:cNvPr id="6" name="Slide Number Placeholder 5">
            <a:extLst>
              <a:ext uri="{FF2B5EF4-FFF2-40B4-BE49-F238E27FC236}">
                <a16:creationId xmlns:a16="http://schemas.microsoft.com/office/drawing/2014/main" id="{24C40AF4-EA60-1004-F50B-025AD48FF25B}"/>
              </a:ext>
            </a:extLst>
          </p:cNvPr>
          <p:cNvSpPr>
            <a:spLocks noGrp="1"/>
          </p:cNvSpPr>
          <p:nvPr>
            <p:ph type="sldNum" sz="quarter" idx="16"/>
          </p:nvPr>
        </p:nvSpPr>
        <p:spPr/>
        <p:txBody>
          <a:bodyPr/>
          <a:lstStyle/>
          <a:p>
            <a:fld id="{23AA811B-2EBD-4900-905E-5BE206449611}" type="slidenum">
              <a:rPr lang="en-US" altLang="zh-CN" smtClean="0"/>
              <a:pPr/>
              <a:t>4</a:t>
            </a:fld>
            <a:endParaRPr lang="zh-CN" altLang="en-US" dirty="0"/>
          </a:p>
        </p:txBody>
      </p:sp>
      <p:pic>
        <p:nvPicPr>
          <p:cNvPr id="8" name="Picture 7" descr="A diagram of a company's logo&#10;&#10;Description automatically generated with medium confidence">
            <a:extLst>
              <a:ext uri="{FF2B5EF4-FFF2-40B4-BE49-F238E27FC236}">
                <a16:creationId xmlns:a16="http://schemas.microsoft.com/office/drawing/2014/main" id="{244214D2-117D-CB20-7798-1EEC6A0AF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8489" y="193615"/>
            <a:ext cx="6562147" cy="34724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Content Placeholder 2">
            <a:extLst>
              <a:ext uri="{FF2B5EF4-FFF2-40B4-BE49-F238E27FC236}">
                <a16:creationId xmlns:a16="http://schemas.microsoft.com/office/drawing/2014/main" id="{8EBF4AAD-4CE8-57F2-0FDA-47951DB0CA8B}"/>
              </a:ext>
            </a:extLst>
          </p:cNvPr>
          <p:cNvSpPr txBox="1">
            <a:spLocks/>
          </p:cNvSpPr>
          <p:nvPr/>
        </p:nvSpPr>
        <p:spPr>
          <a:xfrm>
            <a:off x="432000" y="4199858"/>
            <a:ext cx="3038340" cy="1869525"/>
          </a:xfrm>
          <a:prstGeom prst="rect">
            <a:avLst/>
          </a:prstGeom>
        </p:spPr>
        <p:txBody>
          <a:bodyPr vert="horz" lIns="0" tIns="0" rIns="0" bIns="0" rtlCol="0">
            <a:noAutofit/>
          </a:bodyPr>
          <a:lstStyle>
            <a:lvl1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1pPr>
            <a:lvl2pPr marL="36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3pPr>
            <a:lvl4pPr marL="72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b="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Arial" panose="020B0604020202020204" pitchFamily="34" charset="0"/>
              <a:buChar char="​"/>
              <a:tabLst/>
              <a:defRPr sz="1800" kern="1200">
                <a:solidFill>
                  <a:schemeClr val="tx1"/>
                </a:solidFill>
                <a:latin typeface="+mn-lt"/>
                <a:ea typeface="+mn-ea"/>
                <a:cs typeface="+mn-cs"/>
              </a:defRPr>
            </a:lvl5pPr>
            <a:lvl6pPr marL="0" indent="0" algn="l" defTabSz="914400" rtl="0" eaLnBrk="1" latinLnBrk="0" hangingPunct="1">
              <a:lnSpc>
                <a:spcPct val="110000"/>
              </a:lnSpc>
              <a:spcBef>
                <a:spcPts val="0"/>
              </a:spcBef>
              <a:spcAft>
                <a:spcPts val="0"/>
              </a:spcAft>
              <a:buFont typeface="Arial" panose="020B0604020202020204" pitchFamily="34" charset="0"/>
              <a:buChar char="​"/>
              <a:defRPr sz="1400" kern="1200" cap="none" baseline="0">
                <a:solidFill>
                  <a:schemeClr val="tx1"/>
                </a:solidFill>
                <a:latin typeface="+mn-lt"/>
                <a:ea typeface="+mn-ea"/>
                <a:cs typeface="KONE Information" panose="020B0603040000020003" pitchFamily="34" charset="-79"/>
              </a:defRPr>
            </a:lvl6pPr>
            <a:lvl7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100" b="0" kern="1200" baseline="0">
                <a:solidFill>
                  <a:schemeClr val="tx1"/>
                </a:solidFill>
                <a:latin typeface="+mn-lt"/>
                <a:ea typeface="+mn-ea"/>
                <a:cs typeface="+mn-cs"/>
              </a:defRPr>
            </a:lvl7pPr>
            <a:lvl8pPr marL="0" indent="0" algn="l" defTabSz="914400" rtl="0" eaLnBrk="1" latinLnBrk="0" hangingPunct="1">
              <a:lnSpc>
                <a:spcPct val="110000"/>
              </a:lnSpc>
              <a:spcBef>
                <a:spcPts val="0"/>
              </a:spcBef>
              <a:spcAft>
                <a:spcPts val="0"/>
              </a:spcAft>
              <a:buFont typeface="Arial" panose="020B0604020202020204" pitchFamily="34" charset="0"/>
              <a:buChar char="​"/>
              <a:defRPr sz="1100" kern="1200">
                <a:solidFill>
                  <a:schemeClr val="tx1"/>
                </a:solidFill>
                <a:latin typeface="+mn-lt"/>
                <a:ea typeface="+mn-ea"/>
                <a:cs typeface="+mn-cs"/>
              </a:defRPr>
            </a:lvl8pPr>
            <a:lvl9pPr marL="0" indent="0" algn="l" defTabSz="914400" rtl="0" eaLnBrk="1" latinLnBrk="0" hangingPunct="1">
              <a:lnSpc>
                <a:spcPct val="110000"/>
              </a:lnSpc>
              <a:spcBef>
                <a:spcPts val="0"/>
              </a:spcBef>
              <a:spcAft>
                <a:spcPts val="300"/>
              </a:spcAft>
              <a:buFont typeface="Arial" panose="020B0604020202020204" pitchFamily="34" charset="0"/>
              <a:buChar char="​"/>
              <a:defRPr sz="1400" kern="1200" cap="all" spc="-60" baseline="0">
                <a:solidFill>
                  <a:srgbClr val="1450F5"/>
                </a:solidFill>
                <a:latin typeface="KONE Information" panose="020B0603040000020003" pitchFamily="34" charset="-79"/>
                <a:ea typeface="+mn-ea"/>
                <a:cs typeface="KONE Information" panose="020B0603040000020003" pitchFamily="34" charset="-79"/>
              </a:defRPr>
            </a:lvl9pPr>
          </a:lstStyle>
          <a:p>
            <a:pPr>
              <a:buClr>
                <a:srgbClr val="141414"/>
              </a:buClr>
            </a:pPr>
            <a:r>
              <a:rPr lang="en-US" altLang="zh-CN" sz="1800" b="1" dirty="0"/>
              <a:t>HTPA</a:t>
            </a:r>
            <a:r>
              <a:rPr lang="zh-CN" altLang="en-US" sz="1800" b="1" dirty="0"/>
              <a:t>概念</a:t>
            </a:r>
            <a:endParaRPr lang="en-US" altLang="zh-CN" sz="1800" b="1" dirty="0"/>
          </a:p>
          <a:p>
            <a:pPr lvl="1">
              <a:buClr>
                <a:srgbClr val="141414"/>
              </a:buClr>
            </a:pPr>
            <a:r>
              <a:rPr lang="en-US" altLang="zh-CN" dirty="0"/>
              <a:t>OLTP + OLAP</a:t>
            </a:r>
            <a:r>
              <a:rPr lang="zh-CN" altLang="en-US" dirty="0"/>
              <a:t>混合事务分析处理</a:t>
            </a:r>
            <a:endParaRPr lang="en-US" altLang="zh-CN" dirty="0"/>
          </a:p>
          <a:p>
            <a:pPr lvl="1">
              <a:buClr>
                <a:srgbClr val="141414"/>
              </a:buClr>
            </a:pPr>
            <a:r>
              <a:rPr lang="zh-CN" altLang="en-US" dirty="0"/>
              <a:t>基于存储计算分离框架，同一份数据保证事务，同时支持实时分析，省去</a:t>
            </a:r>
            <a:r>
              <a:rPr lang="en-US" altLang="zh-CN" dirty="0"/>
              <a:t>ETL</a:t>
            </a:r>
            <a:r>
              <a:rPr lang="zh-CN" altLang="en-US" dirty="0"/>
              <a:t>过程</a:t>
            </a:r>
            <a:endParaRPr lang="en-US" altLang="zh-CN" dirty="0"/>
          </a:p>
          <a:p>
            <a:pPr lvl="1">
              <a:buClr>
                <a:srgbClr val="141414"/>
              </a:buClr>
            </a:pPr>
            <a:r>
              <a:rPr lang="en-US" altLang="zh-CN" dirty="0">
                <a:solidFill>
                  <a:schemeClr val="tx2"/>
                </a:solidFill>
              </a:rPr>
              <a:t>A</a:t>
            </a:r>
            <a:r>
              <a:rPr lang="zh-CN" altLang="en-US" dirty="0">
                <a:solidFill>
                  <a:schemeClr val="tx2"/>
                </a:solidFill>
              </a:rPr>
              <a:t>和</a:t>
            </a:r>
            <a:r>
              <a:rPr lang="en-US" altLang="zh-CN" dirty="0">
                <a:solidFill>
                  <a:schemeClr val="tx2"/>
                </a:solidFill>
              </a:rPr>
              <a:t>T</a:t>
            </a:r>
            <a:r>
              <a:rPr lang="zh-CN" altLang="en-US" dirty="0">
                <a:solidFill>
                  <a:schemeClr val="tx2"/>
                </a:solidFill>
              </a:rPr>
              <a:t>的优化方向不一样</a:t>
            </a:r>
            <a:endParaRPr lang="en-US" altLang="zh-CN" dirty="0">
              <a:solidFill>
                <a:schemeClr val="tx2"/>
              </a:solidFill>
            </a:endParaRPr>
          </a:p>
        </p:txBody>
      </p:sp>
      <p:pic>
        <p:nvPicPr>
          <p:cNvPr id="11" name="Picture 10" descr="A screenshot of a computer&#10;&#10;Description automatically generated">
            <a:extLst>
              <a:ext uri="{FF2B5EF4-FFF2-40B4-BE49-F238E27FC236}">
                <a16:creationId xmlns:a16="http://schemas.microsoft.com/office/drawing/2014/main" id="{42F75908-3A7F-1E88-B8D8-2A8C62887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3765" y="3844457"/>
            <a:ext cx="8068235" cy="229952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372268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4727220-DA5F-FF01-772B-E6E1E4D2222D}"/>
              </a:ext>
            </a:extLst>
          </p:cNvPr>
          <p:cNvSpPr>
            <a:spLocks noGrp="1"/>
          </p:cNvSpPr>
          <p:nvPr>
            <p:ph type="dt" sz="half" idx="14"/>
          </p:nvPr>
        </p:nvSpPr>
        <p:spPr/>
        <p:txBody>
          <a:bodyPr/>
          <a:lstStyle/>
          <a:p>
            <a:fld id="{10778C30-EEF6-4B38-AE7D-D67AE922B105}" type="datetime2">
              <a:rPr lang="zh-CN" altLang="en-US" smtClean="0"/>
              <a:t>2024年3月20日</a:t>
            </a:fld>
            <a:endParaRPr lang="zh-CN" altLang="en-US" dirty="0"/>
          </a:p>
        </p:txBody>
      </p:sp>
      <p:sp>
        <p:nvSpPr>
          <p:cNvPr id="5" name="Slide Number Placeholder 4">
            <a:extLst>
              <a:ext uri="{FF2B5EF4-FFF2-40B4-BE49-F238E27FC236}">
                <a16:creationId xmlns:a16="http://schemas.microsoft.com/office/drawing/2014/main" id="{E2343B7C-D848-7FEC-E8DA-A31563077B9B}"/>
              </a:ext>
            </a:extLst>
          </p:cNvPr>
          <p:cNvSpPr>
            <a:spLocks noGrp="1"/>
          </p:cNvSpPr>
          <p:nvPr>
            <p:ph type="sldNum" sz="quarter" idx="16"/>
          </p:nvPr>
        </p:nvSpPr>
        <p:spPr/>
        <p:txBody>
          <a:bodyPr/>
          <a:lstStyle/>
          <a:p>
            <a:pPr algn="l"/>
            <a:fld id="{23AA811B-2EBD-4900-905E-5BE206449611}" type="slidenum">
              <a:rPr lang="en-US" altLang="zh-CN" smtClean="0"/>
              <a:pPr algn="l"/>
              <a:t>5</a:t>
            </a:fld>
            <a:endParaRPr lang="zh-CN" altLang="en-US" dirty="0"/>
          </a:p>
        </p:txBody>
      </p:sp>
      <p:sp>
        <p:nvSpPr>
          <p:cNvPr id="6" name="Footer Placeholder 5">
            <a:extLst>
              <a:ext uri="{FF2B5EF4-FFF2-40B4-BE49-F238E27FC236}">
                <a16:creationId xmlns:a16="http://schemas.microsoft.com/office/drawing/2014/main" id="{AFDEC3D0-E94F-579C-1F6F-932E17AB42B1}"/>
              </a:ext>
            </a:extLst>
          </p:cNvPr>
          <p:cNvSpPr>
            <a:spLocks noGrp="1"/>
          </p:cNvSpPr>
          <p:nvPr>
            <p:ph type="ftr" sz="quarter" idx="18"/>
          </p:nvPr>
        </p:nvSpPr>
        <p:spPr/>
        <p:txBody>
          <a:bodyPr/>
          <a:lstStyle/>
          <a:p>
            <a:endParaRPr lang="zh-CN" altLang="en-US" dirty="0"/>
          </a:p>
        </p:txBody>
      </p:sp>
      <p:sp>
        <p:nvSpPr>
          <p:cNvPr id="10" name="Content Placeholder 12">
            <a:extLst>
              <a:ext uri="{FF2B5EF4-FFF2-40B4-BE49-F238E27FC236}">
                <a16:creationId xmlns:a16="http://schemas.microsoft.com/office/drawing/2014/main" id="{455195AC-CD5A-C52F-1E03-9342A3780D81}"/>
              </a:ext>
            </a:extLst>
          </p:cNvPr>
          <p:cNvSpPr txBox="1">
            <a:spLocks/>
          </p:cNvSpPr>
          <p:nvPr/>
        </p:nvSpPr>
        <p:spPr>
          <a:xfrm>
            <a:off x="431800" y="2166163"/>
            <a:ext cx="4470974" cy="3833214"/>
          </a:xfrm>
          <a:prstGeom prst="rect">
            <a:avLst/>
          </a:prstGeom>
        </p:spPr>
        <p:txBody>
          <a:bodyPr/>
          <a:lstStyle>
            <a:lvl1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1pPr>
            <a:lvl2pPr marL="36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3pPr>
            <a:lvl4pPr marL="72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b="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Arial" panose="020B0604020202020204" pitchFamily="34" charset="0"/>
              <a:buChar char="​"/>
              <a:tabLst/>
              <a:defRPr sz="1800" kern="1200">
                <a:solidFill>
                  <a:schemeClr val="tx1"/>
                </a:solidFill>
                <a:latin typeface="+mn-lt"/>
                <a:ea typeface="+mn-ea"/>
                <a:cs typeface="+mn-cs"/>
              </a:defRPr>
            </a:lvl5pPr>
            <a:lvl6pPr marL="0" indent="0" algn="l" defTabSz="914400" rtl="0" eaLnBrk="1" latinLnBrk="0" hangingPunct="1">
              <a:lnSpc>
                <a:spcPct val="110000"/>
              </a:lnSpc>
              <a:spcBef>
                <a:spcPts val="0"/>
              </a:spcBef>
              <a:spcAft>
                <a:spcPts val="0"/>
              </a:spcAft>
              <a:buFont typeface="Arial" panose="020B0604020202020204" pitchFamily="34" charset="0"/>
              <a:buChar char="​"/>
              <a:defRPr sz="1400" kern="1200" cap="none" baseline="0">
                <a:solidFill>
                  <a:schemeClr val="tx1"/>
                </a:solidFill>
                <a:latin typeface="+mn-lt"/>
                <a:ea typeface="+mn-ea"/>
                <a:cs typeface="KONE Information" panose="020B0603040000020003" pitchFamily="34" charset="-79"/>
              </a:defRPr>
            </a:lvl6pPr>
            <a:lvl7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100" b="0" kern="1200" baseline="0">
                <a:solidFill>
                  <a:schemeClr val="tx1"/>
                </a:solidFill>
                <a:latin typeface="+mn-lt"/>
                <a:ea typeface="+mn-ea"/>
                <a:cs typeface="+mn-cs"/>
              </a:defRPr>
            </a:lvl7pPr>
            <a:lvl8pPr marL="0" indent="0" algn="l" defTabSz="914400" rtl="0" eaLnBrk="1" latinLnBrk="0" hangingPunct="1">
              <a:lnSpc>
                <a:spcPct val="110000"/>
              </a:lnSpc>
              <a:spcBef>
                <a:spcPts val="0"/>
              </a:spcBef>
              <a:spcAft>
                <a:spcPts val="0"/>
              </a:spcAft>
              <a:buFont typeface="Arial" panose="020B0604020202020204" pitchFamily="34" charset="0"/>
              <a:buChar char="​"/>
              <a:defRPr sz="1100" kern="1200">
                <a:solidFill>
                  <a:schemeClr val="tx1"/>
                </a:solidFill>
                <a:latin typeface="+mn-lt"/>
                <a:ea typeface="+mn-ea"/>
                <a:cs typeface="+mn-cs"/>
              </a:defRPr>
            </a:lvl8pPr>
            <a:lvl9pPr marL="0" indent="0" algn="l" defTabSz="914400" rtl="0" eaLnBrk="1" latinLnBrk="0" hangingPunct="1">
              <a:lnSpc>
                <a:spcPct val="110000"/>
              </a:lnSpc>
              <a:spcBef>
                <a:spcPts val="0"/>
              </a:spcBef>
              <a:spcAft>
                <a:spcPts val="300"/>
              </a:spcAft>
              <a:buFont typeface="Arial" panose="020B0604020202020204" pitchFamily="34" charset="0"/>
              <a:buChar char="​"/>
              <a:defRPr sz="1400" kern="1200" cap="all" spc="-60" baseline="0">
                <a:solidFill>
                  <a:srgbClr val="1450F5"/>
                </a:solidFill>
                <a:latin typeface="KONE Information" panose="020B0603040000020003" pitchFamily="34" charset="-79"/>
                <a:ea typeface="+mn-ea"/>
                <a:cs typeface="KONE Information" panose="020B0603040000020003" pitchFamily="34" charset="-79"/>
              </a:defRPr>
            </a:lvl9pPr>
          </a:lstStyle>
          <a:p>
            <a:pPr marL="180000" lvl="1" indent="0">
              <a:buClr>
                <a:schemeClr val="tx1"/>
              </a:buClr>
              <a:buNone/>
            </a:pPr>
            <a:r>
              <a:rPr lang="en-US" altLang="zh-CN" sz="1800" b="1" dirty="0"/>
              <a:t>1. SQL</a:t>
            </a:r>
          </a:p>
          <a:p>
            <a:pPr marL="702900" lvl="2" indent="-342900">
              <a:buClr>
                <a:schemeClr val="tx1"/>
              </a:buClr>
              <a:buFont typeface="+mj-lt"/>
              <a:buAutoNum type="alphaLcPeriod"/>
            </a:pPr>
            <a:r>
              <a:rPr lang="zh-CN" altLang="en-US" sz="1800" dirty="0"/>
              <a:t>结构化数据、</a:t>
            </a:r>
            <a:r>
              <a:rPr lang="en-US" altLang="zh-CN" sz="1800" dirty="0"/>
              <a:t>B+</a:t>
            </a:r>
            <a:r>
              <a:rPr lang="zh-CN" altLang="en-US" sz="1800" dirty="0"/>
              <a:t>树索引、事务支持</a:t>
            </a:r>
            <a:endParaRPr lang="en-US" altLang="zh-CN" sz="1800" dirty="0"/>
          </a:p>
          <a:p>
            <a:pPr marL="180000" lvl="1" indent="0">
              <a:buClr>
                <a:schemeClr val="tx1"/>
              </a:buClr>
              <a:buNone/>
            </a:pPr>
            <a:r>
              <a:rPr lang="en-US" altLang="zh-CN" sz="1800" b="1" dirty="0"/>
              <a:t>2. NoSQL</a:t>
            </a:r>
          </a:p>
          <a:p>
            <a:pPr marL="702900" lvl="2" indent="-342900">
              <a:buClr>
                <a:schemeClr val="tx1"/>
              </a:buClr>
              <a:buFont typeface="+mj-lt"/>
              <a:buAutoNum type="alphaLcPeriod"/>
            </a:pPr>
            <a:r>
              <a:rPr lang="zh-CN" altLang="en-US" sz="1800" dirty="0"/>
              <a:t>弱结构化数据</a:t>
            </a:r>
            <a:endParaRPr lang="en-US" altLang="zh-CN" sz="1800" dirty="0"/>
          </a:p>
          <a:p>
            <a:pPr marL="702900" lvl="2" indent="-342900">
              <a:buClr>
                <a:schemeClr val="tx1"/>
              </a:buClr>
              <a:buFont typeface="+mj-lt"/>
              <a:buAutoNum type="alphaLcPeriod"/>
            </a:pPr>
            <a:r>
              <a:rPr lang="zh-CN" altLang="en-US" sz="1800" dirty="0"/>
              <a:t>高吞吐低延迟</a:t>
            </a:r>
            <a:endParaRPr lang="en-US" altLang="zh-CN" sz="1800" dirty="0"/>
          </a:p>
          <a:p>
            <a:pPr marL="702900" lvl="2" indent="-342900">
              <a:buClr>
                <a:schemeClr val="tx1"/>
              </a:buClr>
              <a:buFont typeface="+mj-lt"/>
              <a:buAutoNum type="alphaLcPeriod"/>
            </a:pPr>
            <a:r>
              <a:rPr lang="zh-CN" altLang="en-US" sz="1800" dirty="0"/>
              <a:t>分布式架构，便于扩展</a:t>
            </a:r>
            <a:endParaRPr lang="en-US" altLang="zh-CN" sz="1800" dirty="0"/>
          </a:p>
          <a:p>
            <a:pPr marL="180000" lvl="1" indent="0">
              <a:buClr>
                <a:schemeClr val="tx1"/>
              </a:buClr>
              <a:buNone/>
            </a:pPr>
            <a:r>
              <a:rPr lang="en-US" altLang="zh-CN" sz="1800" b="1" dirty="0"/>
              <a:t>3. NewSQL</a:t>
            </a:r>
          </a:p>
          <a:p>
            <a:pPr marL="702900" lvl="2" indent="-342900">
              <a:buClr>
                <a:schemeClr val="tx1"/>
              </a:buClr>
              <a:buFont typeface="+mj-lt"/>
              <a:buAutoNum type="alphaLcPeriod"/>
            </a:pPr>
            <a:r>
              <a:rPr lang="zh-CN" altLang="en-US" sz="1800" dirty="0"/>
              <a:t>关系型数据模型</a:t>
            </a:r>
            <a:endParaRPr lang="en-US" altLang="zh-CN" sz="1800" dirty="0"/>
          </a:p>
          <a:p>
            <a:pPr marL="702900" lvl="2" indent="-342900">
              <a:buClr>
                <a:schemeClr val="tx1"/>
              </a:buClr>
              <a:buFont typeface="+mj-lt"/>
              <a:buAutoNum type="alphaLcPeriod"/>
            </a:pPr>
            <a:r>
              <a:rPr lang="zh-CN" altLang="en-US" sz="1800" dirty="0"/>
              <a:t>分布式架构，高可用</a:t>
            </a:r>
            <a:endParaRPr lang="en-US" altLang="zh-CN" sz="1800" dirty="0"/>
          </a:p>
          <a:p>
            <a:pPr marL="540000" lvl="3" indent="0">
              <a:buClr>
                <a:schemeClr val="tx1"/>
              </a:buClr>
              <a:buFont typeface="Arial" panose="020B0604020202020204" pitchFamily="34" charset="0"/>
              <a:buNone/>
            </a:pPr>
            <a:r>
              <a:rPr lang="en-US" altLang="zh-CN" sz="1800" dirty="0"/>
              <a:t> </a:t>
            </a:r>
          </a:p>
        </p:txBody>
      </p:sp>
      <p:sp>
        <p:nvSpPr>
          <p:cNvPr id="11" name="TextBox 10">
            <a:extLst>
              <a:ext uri="{FF2B5EF4-FFF2-40B4-BE49-F238E27FC236}">
                <a16:creationId xmlns:a16="http://schemas.microsoft.com/office/drawing/2014/main" id="{67510C14-CE99-BF2E-E9D6-8DFF90E91489}"/>
              </a:ext>
            </a:extLst>
          </p:cNvPr>
          <p:cNvSpPr txBox="1"/>
          <p:nvPr/>
        </p:nvSpPr>
        <p:spPr>
          <a:xfrm>
            <a:off x="431800" y="1037286"/>
            <a:ext cx="3244850" cy="598883"/>
          </a:xfrm>
          <a:prstGeom prst="rect">
            <a:avLst/>
          </a:prstGeom>
          <a:noFill/>
        </p:spPr>
        <p:txBody>
          <a:bodyPr wrap="squar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zh-CN" altLang="en-US" sz="3200" b="1" dirty="0">
                <a:latin typeface="+mj-lt"/>
              </a:rPr>
              <a:t>数据库一览</a:t>
            </a:r>
            <a:endParaRPr lang="zh-CN" altLang="en-US" sz="3200" b="1" kern="1200" dirty="0">
              <a:solidFill>
                <a:schemeClr val="tx1"/>
              </a:solidFill>
              <a:latin typeface="+mj-lt"/>
              <a:ea typeface="+mn-ea"/>
              <a:cs typeface="+mn-cs"/>
            </a:endParaRPr>
          </a:p>
        </p:txBody>
      </p:sp>
      <p:pic>
        <p:nvPicPr>
          <p:cNvPr id="15" name="Content Placeholder 14">
            <a:extLst>
              <a:ext uri="{FF2B5EF4-FFF2-40B4-BE49-F238E27FC236}">
                <a16:creationId xmlns:a16="http://schemas.microsoft.com/office/drawing/2014/main" id="{8DADD4C0-610D-5904-D3C8-8329593FBA1D}"/>
              </a:ext>
            </a:extLst>
          </p:cNvPr>
          <p:cNvPicPr>
            <a:picLocks noGrp="1" noChangeAspect="1"/>
          </p:cNvPicPr>
          <p:nvPr>
            <p:ph sz="quarter" idx="17"/>
          </p:nvPr>
        </p:nvPicPr>
        <p:blipFill>
          <a:blip r:embed="rId3">
            <a:extLst>
              <a:ext uri="{28A0092B-C50C-407E-A947-70E740481C1C}">
                <a14:useLocalDpi xmlns:a14="http://schemas.microsoft.com/office/drawing/2010/main" val="0"/>
              </a:ext>
            </a:extLst>
          </a:blip>
          <a:stretch>
            <a:fillRect/>
          </a:stretch>
        </p:blipFill>
        <p:spPr>
          <a:xfrm>
            <a:off x="5114139" y="108201"/>
            <a:ext cx="7009577" cy="664159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802272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B9A8C-AC60-3C02-3BDC-929355E78BCB}"/>
              </a:ext>
            </a:extLst>
          </p:cNvPr>
          <p:cNvSpPr>
            <a:spLocks noGrp="1"/>
          </p:cNvSpPr>
          <p:nvPr>
            <p:ph type="title"/>
          </p:nvPr>
        </p:nvSpPr>
        <p:spPr>
          <a:xfrm>
            <a:off x="249120" y="193641"/>
            <a:ext cx="8737400" cy="986400"/>
          </a:xfrm>
        </p:spPr>
        <p:txBody>
          <a:bodyPr/>
          <a:lstStyle/>
          <a:p>
            <a:r>
              <a:rPr lang="en-US" altLang="zh-CN" b="1" dirty="0"/>
              <a:t>LSM-Tree</a:t>
            </a:r>
            <a:endParaRPr lang="zh-CN" altLang="en-US" b="1" dirty="0"/>
          </a:p>
        </p:txBody>
      </p:sp>
      <p:sp>
        <p:nvSpPr>
          <p:cNvPr id="3" name="Content Placeholder 2">
            <a:extLst>
              <a:ext uri="{FF2B5EF4-FFF2-40B4-BE49-F238E27FC236}">
                <a16:creationId xmlns:a16="http://schemas.microsoft.com/office/drawing/2014/main" id="{FF71CC78-2942-C266-0775-6A8622703011}"/>
              </a:ext>
            </a:extLst>
          </p:cNvPr>
          <p:cNvSpPr>
            <a:spLocks noGrp="1"/>
          </p:cNvSpPr>
          <p:nvPr>
            <p:ph idx="1"/>
          </p:nvPr>
        </p:nvSpPr>
        <p:spPr>
          <a:xfrm>
            <a:off x="249120" y="894080"/>
            <a:ext cx="4810560" cy="5161280"/>
          </a:xfrm>
        </p:spPr>
        <p:txBody>
          <a:bodyPr/>
          <a:lstStyle/>
          <a:p>
            <a:pPr>
              <a:buClr>
                <a:srgbClr val="141414"/>
              </a:buClr>
            </a:pPr>
            <a:r>
              <a:rPr lang="zh-CN" altLang="en-US" sz="1800" b="1" dirty="0"/>
              <a:t>日志结构合并树</a:t>
            </a:r>
            <a:endParaRPr lang="en-US" altLang="zh-CN" sz="1800" b="1" dirty="0"/>
          </a:p>
          <a:p>
            <a:pPr marL="522900" lvl="1" indent="-342900">
              <a:lnSpc>
                <a:spcPct val="100000"/>
              </a:lnSpc>
              <a:spcBef>
                <a:spcPts val="0"/>
              </a:spcBef>
              <a:spcAft>
                <a:spcPts val="0"/>
              </a:spcAft>
              <a:buClrTx/>
              <a:buFont typeface="+mj-lt"/>
              <a:buAutoNum type="arabicPeriod"/>
              <a:defRPr/>
            </a:pPr>
            <a:r>
              <a:rPr lang="en-US" altLang="zh-CN" dirty="0"/>
              <a:t>Cassandra</a:t>
            </a:r>
            <a:r>
              <a:rPr lang="zh-CN" altLang="en-US" dirty="0"/>
              <a:t>、</a:t>
            </a:r>
            <a:r>
              <a:rPr lang="en-US" altLang="zh-CN" dirty="0" err="1"/>
              <a:t>LevelDB</a:t>
            </a:r>
            <a:r>
              <a:rPr lang="zh-CN" altLang="en-US" dirty="0"/>
              <a:t>、</a:t>
            </a:r>
            <a:r>
              <a:rPr lang="en-US" altLang="zh-CN" dirty="0" err="1"/>
              <a:t>RocksDB</a:t>
            </a:r>
            <a:r>
              <a:rPr lang="zh-CN" altLang="en-US" dirty="0"/>
              <a:t>、</a:t>
            </a:r>
            <a:r>
              <a:rPr lang="en-US" altLang="zh-CN" dirty="0" err="1"/>
              <a:t>Hbase</a:t>
            </a:r>
            <a:r>
              <a:rPr lang="zh-CN" altLang="en-US" dirty="0"/>
              <a:t>的存储引擎层索引结构</a:t>
            </a:r>
            <a:endParaRPr lang="en-US" altLang="zh-CN" dirty="0"/>
          </a:p>
          <a:p>
            <a:pPr marL="522900" lvl="1" indent="-342900">
              <a:lnSpc>
                <a:spcPct val="100000"/>
              </a:lnSpc>
              <a:spcBef>
                <a:spcPts val="0"/>
              </a:spcBef>
              <a:spcAft>
                <a:spcPts val="0"/>
              </a:spcAft>
              <a:buClrTx/>
              <a:buFont typeface="+mj-lt"/>
              <a:buAutoNum type="arabicPeriod"/>
              <a:defRPr/>
            </a:pPr>
            <a:r>
              <a:rPr lang="en-US" altLang="zh-CN" dirty="0" err="1"/>
              <a:t>TiDB</a:t>
            </a:r>
            <a:r>
              <a:rPr lang="zh-CN" altLang="en-US" dirty="0"/>
              <a:t>的</a:t>
            </a:r>
            <a:r>
              <a:rPr lang="en-US" altLang="zh-CN" dirty="0" err="1"/>
              <a:t>TiKV</a:t>
            </a:r>
            <a:r>
              <a:rPr lang="en-US" altLang="zh-CN" dirty="0"/>
              <a:t> Server</a:t>
            </a:r>
            <a:r>
              <a:rPr lang="zh-CN" altLang="en-US" dirty="0"/>
              <a:t>、</a:t>
            </a:r>
            <a:r>
              <a:rPr lang="en-US" altLang="zh-CN" dirty="0"/>
              <a:t>Nebula Graph</a:t>
            </a:r>
            <a:r>
              <a:rPr lang="zh-CN" altLang="en-US" dirty="0"/>
              <a:t>的</a:t>
            </a:r>
            <a:r>
              <a:rPr lang="en-US" altLang="zh-CN" dirty="0"/>
              <a:t>Storage</a:t>
            </a:r>
            <a:r>
              <a:rPr lang="zh-CN" altLang="en-US" dirty="0"/>
              <a:t>层的存储引擎是</a:t>
            </a:r>
            <a:r>
              <a:rPr lang="en-US" altLang="zh-CN" dirty="0" err="1"/>
              <a:t>RocksDB</a:t>
            </a:r>
            <a:r>
              <a:rPr lang="zh-CN" altLang="en-US" dirty="0"/>
              <a:t>，</a:t>
            </a:r>
            <a:endParaRPr lang="en-US" altLang="zh-CN" dirty="0"/>
          </a:p>
          <a:p>
            <a:pPr marL="522900" lvl="1" indent="-342900">
              <a:lnSpc>
                <a:spcPct val="100000"/>
              </a:lnSpc>
              <a:spcBef>
                <a:spcPts val="0"/>
              </a:spcBef>
              <a:spcAft>
                <a:spcPts val="0"/>
              </a:spcAft>
              <a:buClrTx/>
              <a:buFont typeface="+mj-lt"/>
              <a:buAutoNum type="arabicPeriod"/>
              <a:defRPr/>
            </a:pPr>
            <a:r>
              <a:rPr lang="en-US" altLang="zh-CN" dirty="0" err="1"/>
              <a:t>ClickHouse</a:t>
            </a:r>
            <a:r>
              <a:rPr lang="zh-CN" altLang="en-US" dirty="0"/>
              <a:t>的</a:t>
            </a:r>
            <a:r>
              <a:rPr lang="en-US" altLang="zh-CN" dirty="0" err="1"/>
              <a:t>MergeTree</a:t>
            </a:r>
            <a:r>
              <a:rPr lang="zh-CN" altLang="en-US" dirty="0"/>
              <a:t>引擎、</a:t>
            </a:r>
            <a:r>
              <a:rPr lang="en-US" altLang="zh-CN" dirty="0" err="1"/>
              <a:t>InfluxDB</a:t>
            </a:r>
            <a:r>
              <a:rPr lang="zh-CN" altLang="en-US" dirty="0"/>
              <a:t>的</a:t>
            </a:r>
            <a:r>
              <a:rPr lang="en-US" altLang="zh-CN" dirty="0"/>
              <a:t>TSM-Tree</a:t>
            </a:r>
            <a:r>
              <a:rPr lang="zh-CN" altLang="en-US" dirty="0"/>
              <a:t>索引也是</a:t>
            </a:r>
            <a:r>
              <a:rPr lang="en-US" altLang="zh-CN" dirty="0" err="1"/>
              <a:t>LSMTree</a:t>
            </a:r>
            <a:r>
              <a:rPr lang="zh-CN" altLang="en-US" dirty="0"/>
              <a:t>的思想</a:t>
            </a:r>
            <a:endParaRPr lang="en-US" altLang="zh-CN" dirty="0"/>
          </a:p>
          <a:p>
            <a:pPr>
              <a:buClr>
                <a:srgbClr val="141414"/>
              </a:buClr>
            </a:pPr>
            <a:r>
              <a:rPr lang="en-US" altLang="zh-CN" sz="1800" b="1" dirty="0" err="1"/>
              <a:t>Memtable</a:t>
            </a:r>
            <a:r>
              <a:rPr lang="en-US" altLang="zh-CN" sz="1800" b="1" dirty="0"/>
              <a:t> </a:t>
            </a:r>
          </a:p>
          <a:p>
            <a:pPr marL="522900" lvl="1" indent="-342900">
              <a:buClr>
                <a:srgbClr val="141414"/>
              </a:buClr>
              <a:buFont typeface="+mj-lt"/>
              <a:buAutoNum type="arabicPeriod"/>
            </a:pPr>
            <a:r>
              <a:rPr lang="zh-CN" altLang="en-US" dirty="0"/>
              <a:t>内存中的有序数据结构，一般为平衡树、跳表</a:t>
            </a:r>
            <a:endParaRPr lang="en-US" altLang="zh-CN" dirty="0"/>
          </a:p>
          <a:p>
            <a:pPr>
              <a:buClr>
                <a:srgbClr val="141414"/>
              </a:buClr>
            </a:pPr>
            <a:r>
              <a:rPr lang="en-US" altLang="zh-CN" sz="1800" b="1" dirty="0"/>
              <a:t>Immutable </a:t>
            </a:r>
            <a:r>
              <a:rPr lang="en-US" altLang="zh-CN" sz="1800" b="1" dirty="0" err="1"/>
              <a:t>Memtable</a:t>
            </a:r>
            <a:endParaRPr lang="en-US" altLang="zh-CN" sz="1800" b="1" dirty="0"/>
          </a:p>
          <a:p>
            <a:pPr marL="522900" lvl="1" indent="-342900">
              <a:buClr>
                <a:srgbClr val="141414"/>
              </a:buClr>
              <a:buFont typeface="+mj-lt"/>
              <a:buAutoNum type="arabicPeriod"/>
            </a:pPr>
            <a:r>
              <a:rPr lang="zh-CN" altLang="en-US" dirty="0"/>
              <a:t>内存往磁盘刷盘的中间结构</a:t>
            </a:r>
            <a:endParaRPr lang="en-US" altLang="zh-CN" dirty="0"/>
          </a:p>
          <a:p>
            <a:pPr marL="522900" lvl="1" indent="-342900">
              <a:buClr>
                <a:srgbClr val="141414"/>
              </a:buClr>
              <a:buFont typeface="+mj-lt"/>
              <a:buAutoNum type="arabicPeriod"/>
            </a:pPr>
            <a:r>
              <a:rPr lang="zh-CN" altLang="en-US" dirty="0"/>
              <a:t>避免读写冲突阻塞进程</a:t>
            </a:r>
            <a:endParaRPr lang="en-US" altLang="zh-CN" dirty="0"/>
          </a:p>
          <a:p>
            <a:pPr>
              <a:buClr>
                <a:srgbClr val="141414"/>
              </a:buClr>
            </a:pPr>
            <a:r>
              <a:rPr lang="en-US" altLang="zh-CN" sz="1800" b="1" dirty="0" err="1"/>
              <a:t>SSTable</a:t>
            </a:r>
            <a:endParaRPr lang="en-US" altLang="zh-CN" sz="1800" b="1" dirty="0"/>
          </a:p>
          <a:p>
            <a:pPr marL="522900" lvl="1" indent="-342900">
              <a:buClr>
                <a:srgbClr val="141414"/>
              </a:buClr>
              <a:buFont typeface="+mj-lt"/>
              <a:buAutoNum type="arabicPeriod"/>
            </a:pPr>
            <a:r>
              <a:rPr lang="zh-CN" altLang="en-US" dirty="0"/>
              <a:t>磁盘中的数据结构</a:t>
            </a:r>
            <a:endParaRPr lang="en-US" altLang="zh-CN" dirty="0"/>
          </a:p>
          <a:p>
            <a:pPr marL="522900" lvl="1" indent="-342900">
              <a:buClr>
                <a:srgbClr val="141414"/>
              </a:buClr>
              <a:buFont typeface="+mj-lt"/>
              <a:buAutoNum type="arabicPeriod"/>
            </a:pPr>
            <a:r>
              <a:rPr lang="zh-CN" altLang="en-US" dirty="0"/>
              <a:t>追加写、存储冗余，倒序读</a:t>
            </a:r>
            <a:endParaRPr lang="en-US" altLang="zh-CN" dirty="0"/>
          </a:p>
          <a:p>
            <a:pPr marL="522900" lvl="1" indent="-342900">
              <a:buClr>
                <a:srgbClr val="141414"/>
              </a:buClr>
              <a:buFont typeface="+mj-lt"/>
              <a:buAutoNum type="arabicPeriod"/>
            </a:pPr>
            <a:r>
              <a:rPr lang="zh-CN" altLang="en-US" dirty="0"/>
              <a:t>结合</a:t>
            </a:r>
            <a:r>
              <a:rPr lang="en-US" altLang="zh-CN" dirty="0"/>
              <a:t>Bloom Filter</a:t>
            </a:r>
            <a:r>
              <a:rPr lang="zh-CN" altLang="en-US" dirty="0"/>
              <a:t>加快查找速度</a:t>
            </a:r>
            <a:endParaRPr lang="en-US" altLang="zh-CN" dirty="0"/>
          </a:p>
          <a:p>
            <a:pPr marL="522900" lvl="1" indent="-342900">
              <a:buClr>
                <a:srgbClr val="141414"/>
              </a:buClr>
              <a:buFont typeface="+mj-lt"/>
              <a:buAutoNum type="arabicPeriod"/>
            </a:pPr>
            <a:r>
              <a:rPr lang="zh-CN" altLang="en-US" dirty="0">
                <a:solidFill>
                  <a:srgbClr val="FF0000"/>
                </a:solidFill>
              </a:rPr>
              <a:t>写性能优异，牺牲读性能</a:t>
            </a:r>
            <a:endParaRPr lang="en-US" altLang="zh-CN" dirty="0">
              <a:solidFill>
                <a:srgbClr val="FF0000"/>
              </a:solidFill>
            </a:endParaRPr>
          </a:p>
          <a:p>
            <a:pPr marL="522900" lvl="1" indent="-342900">
              <a:buClr>
                <a:srgbClr val="141414"/>
              </a:buClr>
              <a:buFont typeface="+mj-lt"/>
              <a:buAutoNum type="arabicPeriod"/>
            </a:pPr>
            <a:endParaRPr lang="en-US" altLang="zh-CN" sz="1600" dirty="0"/>
          </a:p>
        </p:txBody>
      </p:sp>
      <p:sp>
        <p:nvSpPr>
          <p:cNvPr id="4" name="Date Placeholder 3">
            <a:extLst>
              <a:ext uri="{FF2B5EF4-FFF2-40B4-BE49-F238E27FC236}">
                <a16:creationId xmlns:a16="http://schemas.microsoft.com/office/drawing/2014/main" id="{D79C8B86-8719-CEC0-B804-4AF9F0B357E6}"/>
              </a:ext>
            </a:extLst>
          </p:cNvPr>
          <p:cNvSpPr>
            <a:spLocks noGrp="1"/>
          </p:cNvSpPr>
          <p:nvPr>
            <p:ph type="dt" sz="half" idx="14"/>
          </p:nvPr>
        </p:nvSpPr>
        <p:spPr/>
        <p:txBody>
          <a:bodyPr/>
          <a:lstStyle/>
          <a:p>
            <a:fld id="{C053C9CC-70BF-4D8F-8638-077867D93BB3}"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416A4F51-55C3-ABAF-5A61-7DBFAF853C15}"/>
              </a:ext>
            </a:extLst>
          </p:cNvPr>
          <p:cNvSpPr>
            <a:spLocks noGrp="1"/>
          </p:cNvSpPr>
          <p:nvPr>
            <p:ph type="ftr" sz="quarter" idx="15"/>
          </p:nvPr>
        </p:nvSpPr>
        <p:spPr/>
        <p:txBody>
          <a:bodyPr/>
          <a:lstStyle/>
          <a:p>
            <a:endParaRPr lang="zh-CN" altLang="en-US" dirty="0"/>
          </a:p>
        </p:txBody>
      </p:sp>
      <p:sp>
        <p:nvSpPr>
          <p:cNvPr id="6" name="Slide Number Placeholder 5">
            <a:extLst>
              <a:ext uri="{FF2B5EF4-FFF2-40B4-BE49-F238E27FC236}">
                <a16:creationId xmlns:a16="http://schemas.microsoft.com/office/drawing/2014/main" id="{599B4C57-5CA5-B1E9-0CAF-2BA070DA3F21}"/>
              </a:ext>
            </a:extLst>
          </p:cNvPr>
          <p:cNvSpPr>
            <a:spLocks noGrp="1"/>
          </p:cNvSpPr>
          <p:nvPr>
            <p:ph type="sldNum" sz="quarter" idx="16"/>
          </p:nvPr>
        </p:nvSpPr>
        <p:spPr/>
        <p:txBody>
          <a:bodyPr/>
          <a:lstStyle/>
          <a:p>
            <a:fld id="{23AA811B-2EBD-4900-905E-5BE206449611}" type="slidenum">
              <a:rPr lang="en-US" altLang="zh-CN" smtClean="0"/>
              <a:pPr/>
              <a:t>6</a:t>
            </a:fld>
            <a:endParaRPr lang="zh-CN" altLang="en-US" dirty="0"/>
          </a:p>
        </p:txBody>
      </p:sp>
      <p:pic>
        <p:nvPicPr>
          <p:cNvPr id="8" name="Picture 7" descr="A diagram of a computer network&#10;&#10;Description automatically generated">
            <a:extLst>
              <a:ext uri="{FF2B5EF4-FFF2-40B4-BE49-F238E27FC236}">
                <a16:creationId xmlns:a16="http://schemas.microsoft.com/office/drawing/2014/main" id="{8DE500DF-CEE6-6A95-CD6C-8A29801C81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0364" y="103641"/>
            <a:ext cx="6991636" cy="625755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044410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DD98F2-B0AF-E303-B154-7C117AC5794E}"/>
              </a:ext>
            </a:extLst>
          </p:cNvPr>
          <p:cNvSpPr>
            <a:spLocks noGrp="1"/>
          </p:cNvSpPr>
          <p:nvPr>
            <p:ph type="body" sz="quarter" idx="14"/>
          </p:nvPr>
        </p:nvSpPr>
        <p:spPr/>
        <p:txBody>
          <a:bodyPr/>
          <a:lstStyle/>
          <a:p>
            <a:endParaRPr lang="zh-CN" altLang="en-US"/>
          </a:p>
        </p:txBody>
      </p:sp>
      <p:sp>
        <p:nvSpPr>
          <p:cNvPr id="4" name="Title 3">
            <a:extLst>
              <a:ext uri="{FF2B5EF4-FFF2-40B4-BE49-F238E27FC236}">
                <a16:creationId xmlns:a16="http://schemas.microsoft.com/office/drawing/2014/main" id="{5AB402B9-7CEB-EA38-B843-3F03FF70A9E0}"/>
              </a:ext>
            </a:extLst>
          </p:cNvPr>
          <p:cNvSpPr>
            <a:spLocks noGrp="1"/>
          </p:cNvSpPr>
          <p:nvPr>
            <p:ph type="title"/>
          </p:nvPr>
        </p:nvSpPr>
        <p:spPr>
          <a:xfrm>
            <a:off x="462163" y="861796"/>
            <a:ext cx="5500488" cy="986400"/>
          </a:xfrm>
        </p:spPr>
        <p:txBody>
          <a:bodyPr/>
          <a:lstStyle/>
          <a:p>
            <a:r>
              <a:rPr lang="en-US" altLang="zh-CN" b="1" dirty="0"/>
              <a:t>HBase</a:t>
            </a:r>
            <a:endParaRPr lang="zh-CN" altLang="en-US" b="1" dirty="0"/>
          </a:p>
        </p:txBody>
      </p:sp>
      <p:sp>
        <p:nvSpPr>
          <p:cNvPr id="5" name="Text Placeholder 4">
            <a:extLst>
              <a:ext uri="{FF2B5EF4-FFF2-40B4-BE49-F238E27FC236}">
                <a16:creationId xmlns:a16="http://schemas.microsoft.com/office/drawing/2014/main" id="{1BE972FC-1E8E-6EDD-FA46-4AD760D499CF}"/>
              </a:ext>
            </a:extLst>
          </p:cNvPr>
          <p:cNvSpPr>
            <a:spLocks noGrp="1"/>
          </p:cNvSpPr>
          <p:nvPr>
            <p:ph type="body" sz="quarter" idx="19"/>
          </p:nvPr>
        </p:nvSpPr>
        <p:spPr>
          <a:xfrm>
            <a:off x="503755" y="2044793"/>
            <a:ext cx="2587425" cy="3833213"/>
          </a:xfrm>
        </p:spPr>
        <p:txBody>
          <a:bodyPr/>
          <a:lstStyle/>
          <a:p>
            <a:pPr marL="0" indent="0">
              <a:buNone/>
            </a:pPr>
            <a:r>
              <a:rPr lang="zh-CN" altLang="en-US" sz="1600" b="1" dirty="0"/>
              <a:t>特性：</a:t>
            </a:r>
            <a:endParaRPr lang="en-US" altLang="zh-CN" sz="1600" b="1" dirty="0"/>
          </a:p>
          <a:p>
            <a:pPr>
              <a:buClrTx/>
              <a:buFont typeface="Wingdings" panose="05000000000000000000" pitchFamily="2" charset="2"/>
              <a:buChar char="Ø"/>
            </a:pPr>
            <a:r>
              <a:rPr lang="zh-CN" altLang="en-US" dirty="0"/>
              <a:t>分布式、面向列的</a:t>
            </a:r>
            <a:r>
              <a:rPr lang="en-US" altLang="zh-CN" dirty="0"/>
              <a:t>KV</a:t>
            </a:r>
            <a:r>
              <a:rPr lang="zh-CN" altLang="en-US" dirty="0"/>
              <a:t>数据库</a:t>
            </a:r>
            <a:endParaRPr lang="en-US" altLang="zh-CN" dirty="0"/>
          </a:p>
          <a:p>
            <a:pPr>
              <a:buClrTx/>
              <a:buFont typeface="Wingdings" panose="05000000000000000000" pitchFamily="2" charset="2"/>
              <a:buChar char="Ø"/>
            </a:pPr>
            <a:r>
              <a:rPr lang="zh-CN" altLang="en-US" dirty="0"/>
              <a:t>运行在</a:t>
            </a:r>
            <a:r>
              <a:rPr lang="en-US" altLang="zh-CN" dirty="0"/>
              <a:t>HDFS</a:t>
            </a:r>
            <a:r>
              <a:rPr lang="zh-CN" altLang="en-US" dirty="0"/>
              <a:t>基础上，支持</a:t>
            </a:r>
            <a:r>
              <a:rPr lang="en-US" altLang="zh-CN" dirty="0"/>
              <a:t>PB</a:t>
            </a:r>
            <a:r>
              <a:rPr lang="zh-CN" altLang="en-US" dirty="0"/>
              <a:t>级别、百万列的数据存储</a:t>
            </a:r>
            <a:endParaRPr lang="en-US" altLang="zh-CN" dirty="0"/>
          </a:p>
          <a:p>
            <a:pPr>
              <a:buClrTx/>
              <a:buFont typeface="Wingdings" panose="05000000000000000000" pitchFamily="2" charset="2"/>
              <a:buChar char="Ø"/>
            </a:pPr>
            <a:r>
              <a:rPr lang="zh-CN" altLang="en-US" dirty="0"/>
              <a:t>不支持事务</a:t>
            </a:r>
            <a:endParaRPr lang="en-US" altLang="zh-CN" dirty="0"/>
          </a:p>
          <a:p>
            <a:pPr>
              <a:buClrTx/>
              <a:buFont typeface="Wingdings" panose="05000000000000000000" pitchFamily="2" charset="2"/>
              <a:buChar char="Ø"/>
            </a:pPr>
            <a:r>
              <a:rPr lang="zh-CN" altLang="en-US" dirty="0"/>
              <a:t>查询支持扩展</a:t>
            </a:r>
            <a:r>
              <a:rPr lang="en-US" altLang="zh-CN" dirty="0"/>
              <a:t>MR</a:t>
            </a:r>
            <a:r>
              <a:rPr lang="zh-CN" altLang="en-US" dirty="0"/>
              <a:t>、</a:t>
            </a:r>
            <a:r>
              <a:rPr lang="en-US" altLang="zh-CN" dirty="0"/>
              <a:t>Spark</a:t>
            </a:r>
          </a:p>
        </p:txBody>
      </p:sp>
      <p:sp>
        <p:nvSpPr>
          <p:cNvPr id="6" name="Text Placeholder 5">
            <a:extLst>
              <a:ext uri="{FF2B5EF4-FFF2-40B4-BE49-F238E27FC236}">
                <a16:creationId xmlns:a16="http://schemas.microsoft.com/office/drawing/2014/main" id="{6F2BF33B-BBE4-A14B-0AA6-32F1EEEFE26E}"/>
              </a:ext>
            </a:extLst>
          </p:cNvPr>
          <p:cNvSpPr>
            <a:spLocks noGrp="1"/>
          </p:cNvSpPr>
          <p:nvPr>
            <p:ph type="body" sz="quarter" idx="20"/>
          </p:nvPr>
        </p:nvSpPr>
        <p:spPr>
          <a:xfrm>
            <a:off x="3182937" y="2044793"/>
            <a:ext cx="2587424" cy="3833213"/>
          </a:xfrm>
        </p:spPr>
        <p:txBody>
          <a:bodyPr/>
          <a:lstStyle/>
          <a:p>
            <a:pPr marL="0" indent="0">
              <a:buNone/>
            </a:pPr>
            <a:r>
              <a:rPr lang="zh-CN" altLang="en-US" sz="1600" b="1" dirty="0"/>
              <a:t>优缺点：</a:t>
            </a:r>
            <a:endParaRPr lang="en-US" altLang="zh-CN" sz="1600" b="1" dirty="0"/>
          </a:p>
          <a:p>
            <a:pPr lvl="1">
              <a:buClrTx/>
              <a:buFont typeface="Wingdings" panose="05000000000000000000" pitchFamily="2" charset="2"/>
              <a:buChar char="Ø"/>
            </a:pPr>
            <a:r>
              <a:rPr lang="zh-CN" altLang="en-US" dirty="0">
                <a:solidFill>
                  <a:srgbClr val="FF0000"/>
                </a:solidFill>
              </a:rPr>
              <a:t>大数据容量的存储成本低</a:t>
            </a:r>
            <a:endParaRPr lang="en-US" altLang="zh-CN" dirty="0">
              <a:solidFill>
                <a:srgbClr val="FF0000"/>
              </a:solidFill>
            </a:endParaRPr>
          </a:p>
          <a:p>
            <a:pPr lvl="1">
              <a:buClrTx/>
              <a:buFont typeface="Wingdings" panose="05000000000000000000" pitchFamily="2" charset="2"/>
              <a:buChar char="Ø"/>
            </a:pPr>
            <a:r>
              <a:rPr lang="zh-CN" altLang="en-US" dirty="0">
                <a:solidFill>
                  <a:srgbClr val="FF0000"/>
                </a:solidFill>
              </a:rPr>
              <a:t>大数据量情况下，分布式架构优于</a:t>
            </a:r>
            <a:r>
              <a:rPr lang="en-US" altLang="zh-CN" dirty="0">
                <a:solidFill>
                  <a:srgbClr val="FF0000"/>
                </a:solidFill>
              </a:rPr>
              <a:t>MongoDB</a:t>
            </a:r>
          </a:p>
          <a:p>
            <a:pPr lvl="1">
              <a:buClrTx/>
              <a:buFont typeface="Wingdings" panose="05000000000000000000" pitchFamily="2" charset="2"/>
              <a:buChar char="Ø"/>
            </a:pPr>
            <a:r>
              <a:rPr lang="zh-CN" altLang="en-US" dirty="0">
                <a:solidFill>
                  <a:srgbClr val="FF0000"/>
                </a:solidFill>
              </a:rPr>
              <a:t>查询扩展性来说，优于</a:t>
            </a:r>
            <a:r>
              <a:rPr lang="en-US" altLang="zh-CN" dirty="0">
                <a:solidFill>
                  <a:srgbClr val="FF0000"/>
                </a:solidFill>
              </a:rPr>
              <a:t>Cassandra</a:t>
            </a:r>
          </a:p>
          <a:p>
            <a:pPr lvl="1">
              <a:buClrTx/>
              <a:buFont typeface="Wingdings" panose="05000000000000000000" pitchFamily="2" charset="2"/>
              <a:buChar char="Ø"/>
            </a:pPr>
            <a:r>
              <a:rPr lang="zh-CN" altLang="en-US" dirty="0">
                <a:solidFill>
                  <a:srgbClr val="FF0000"/>
                </a:solidFill>
              </a:rPr>
              <a:t>提供点查询模式</a:t>
            </a:r>
            <a:endParaRPr lang="en-US" altLang="zh-CN" dirty="0">
              <a:solidFill>
                <a:srgbClr val="FF0000"/>
              </a:solidFill>
            </a:endParaRPr>
          </a:p>
          <a:p>
            <a:pPr lvl="1">
              <a:buClrTx/>
              <a:buFont typeface="Wingdings" panose="05000000000000000000" pitchFamily="2" charset="2"/>
              <a:buChar char="Ø"/>
            </a:pPr>
            <a:endParaRPr lang="en-US" altLang="zh-CN" dirty="0">
              <a:solidFill>
                <a:srgbClr val="FF0000"/>
              </a:solidFill>
            </a:endParaRPr>
          </a:p>
          <a:p>
            <a:pPr lvl="1">
              <a:buClrTx/>
              <a:buFont typeface="Wingdings" panose="05000000000000000000" pitchFamily="2" charset="2"/>
              <a:buChar char="Ø"/>
            </a:pPr>
            <a:r>
              <a:rPr lang="zh-CN" altLang="en-US" dirty="0">
                <a:solidFill>
                  <a:srgbClr val="1450F5"/>
                </a:solidFill>
              </a:rPr>
              <a:t>部署、运维成本高</a:t>
            </a:r>
            <a:endParaRPr lang="en-US" altLang="zh-CN" dirty="0">
              <a:solidFill>
                <a:srgbClr val="1450F5"/>
              </a:solidFill>
            </a:endParaRPr>
          </a:p>
          <a:p>
            <a:pPr lvl="1">
              <a:buClrTx/>
              <a:buFont typeface="Wingdings" panose="05000000000000000000" pitchFamily="2" charset="2"/>
              <a:buChar char="Ø"/>
            </a:pPr>
            <a:r>
              <a:rPr lang="zh-CN" altLang="en-US" dirty="0">
                <a:solidFill>
                  <a:srgbClr val="1450F5"/>
                </a:solidFill>
              </a:rPr>
              <a:t>存新的，而不是更新成新的</a:t>
            </a:r>
            <a:endParaRPr lang="en-US" altLang="zh-CN" dirty="0">
              <a:solidFill>
                <a:srgbClr val="1450F5"/>
              </a:solidFill>
            </a:endParaRPr>
          </a:p>
          <a:p>
            <a:pPr lvl="1">
              <a:buClrTx/>
              <a:buFont typeface="Wingdings" panose="05000000000000000000" pitchFamily="2" charset="2"/>
              <a:buChar char="Ø"/>
            </a:pPr>
            <a:r>
              <a:rPr lang="zh-CN" altLang="en-US" dirty="0">
                <a:solidFill>
                  <a:srgbClr val="1450F5"/>
                </a:solidFill>
              </a:rPr>
              <a:t>大范围查询支持弱</a:t>
            </a:r>
            <a:endParaRPr lang="en-US" altLang="zh-CN" dirty="0">
              <a:solidFill>
                <a:srgbClr val="1450F5"/>
              </a:solidFill>
            </a:endParaRPr>
          </a:p>
          <a:p>
            <a:pPr marL="0" indent="0">
              <a:buNone/>
            </a:pPr>
            <a:endParaRPr lang="zh-CN" altLang="en-US" dirty="0"/>
          </a:p>
        </p:txBody>
      </p:sp>
      <p:sp>
        <p:nvSpPr>
          <p:cNvPr id="7" name="Date Placeholder 6">
            <a:extLst>
              <a:ext uri="{FF2B5EF4-FFF2-40B4-BE49-F238E27FC236}">
                <a16:creationId xmlns:a16="http://schemas.microsoft.com/office/drawing/2014/main" id="{FE2911D9-C55B-7E7B-413C-5FBE35F0B7B0}"/>
              </a:ext>
            </a:extLst>
          </p:cNvPr>
          <p:cNvSpPr>
            <a:spLocks noGrp="1"/>
          </p:cNvSpPr>
          <p:nvPr>
            <p:ph type="dt" sz="half" idx="24"/>
          </p:nvPr>
        </p:nvSpPr>
        <p:spPr/>
        <p:txBody>
          <a:bodyPr/>
          <a:lstStyle/>
          <a:p>
            <a:fld id="{8DB52AB8-5268-4628-A9BA-B9CC45F8A1A8}" type="datetime2">
              <a:rPr lang="zh-CN" altLang="en-US" smtClean="0"/>
              <a:t>2024年3月20日</a:t>
            </a:fld>
            <a:endParaRPr lang="zh-CN" altLang="en-US" dirty="0"/>
          </a:p>
        </p:txBody>
      </p:sp>
      <p:sp>
        <p:nvSpPr>
          <p:cNvPr id="8" name="Footer Placeholder 7">
            <a:extLst>
              <a:ext uri="{FF2B5EF4-FFF2-40B4-BE49-F238E27FC236}">
                <a16:creationId xmlns:a16="http://schemas.microsoft.com/office/drawing/2014/main" id="{3B2710FC-3FCF-6434-3A64-CCC63D9557B0}"/>
              </a:ext>
            </a:extLst>
          </p:cNvPr>
          <p:cNvSpPr>
            <a:spLocks noGrp="1"/>
          </p:cNvSpPr>
          <p:nvPr>
            <p:ph type="ftr" sz="quarter" idx="25"/>
          </p:nvPr>
        </p:nvSpPr>
        <p:spPr/>
        <p:txBody>
          <a:bodyPr/>
          <a:lstStyle/>
          <a:p>
            <a:endParaRPr lang="zh-CN" altLang="en-US" dirty="0"/>
          </a:p>
        </p:txBody>
      </p:sp>
      <p:sp>
        <p:nvSpPr>
          <p:cNvPr id="9" name="Slide Number Placeholder 8">
            <a:extLst>
              <a:ext uri="{FF2B5EF4-FFF2-40B4-BE49-F238E27FC236}">
                <a16:creationId xmlns:a16="http://schemas.microsoft.com/office/drawing/2014/main" id="{DD3A8C39-AA76-C866-99AC-41EB4DA05173}"/>
              </a:ext>
            </a:extLst>
          </p:cNvPr>
          <p:cNvSpPr>
            <a:spLocks noGrp="1"/>
          </p:cNvSpPr>
          <p:nvPr>
            <p:ph type="sldNum" sz="quarter" idx="26"/>
          </p:nvPr>
        </p:nvSpPr>
        <p:spPr/>
        <p:txBody>
          <a:bodyPr/>
          <a:lstStyle/>
          <a:p>
            <a:fld id="{23AA811B-2EBD-4900-905E-5BE206449611}" type="slidenum">
              <a:rPr lang="en-US" altLang="zh-CN" smtClean="0"/>
              <a:pPr/>
              <a:t>7</a:t>
            </a:fld>
            <a:endParaRPr lang="zh-CN" altLang="en-US" dirty="0"/>
          </a:p>
        </p:txBody>
      </p:sp>
      <p:pic>
        <p:nvPicPr>
          <p:cNvPr id="15" name="Picture 14" descr="A diagram of a software server&#10;&#10;Description automatically generated">
            <a:extLst>
              <a:ext uri="{FF2B5EF4-FFF2-40B4-BE49-F238E27FC236}">
                <a16:creationId xmlns:a16="http://schemas.microsoft.com/office/drawing/2014/main" id="{0284D8EF-A2D3-9485-0A44-79E7283172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0480"/>
            <a:ext cx="6096000" cy="222678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7" name="Picture 16" descr="A screenshot of a computer&#10;&#10;Description automatically generated">
            <a:extLst>
              <a:ext uri="{FF2B5EF4-FFF2-40B4-BE49-F238E27FC236}">
                <a16:creationId xmlns:a16="http://schemas.microsoft.com/office/drawing/2014/main" id="{BEE9F106-EBE7-AC1F-4624-6BCBB3A219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604395"/>
            <a:ext cx="6096000" cy="225360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9" name="Picture 18" descr="A screenshot of a computer&#10;&#10;Description automatically generated">
            <a:extLst>
              <a:ext uri="{FF2B5EF4-FFF2-40B4-BE49-F238E27FC236}">
                <a16:creationId xmlns:a16="http://schemas.microsoft.com/office/drawing/2014/main" id="{F70F3C4C-5E05-4083-8658-0E35545C8F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2294246"/>
            <a:ext cx="6096000" cy="225360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882079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5F156-0ECD-688C-A556-EA5C71BDD136}"/>
              </a:ext>
            </a:extLst>
          </p:cNvPr>
          <p:cNvSpPr>
            <a:spLocks noGrp="1"/>
          </p:cNvSpPr>
          <p:nvPr>
            <p:ph type="title"/>
          </p:nvPr>
        </p:nvSpPr>
        <p:spPr/>
        <p:txBody>
          <a:bodyPr/>
          <a:lstStyle/>
          <a:p>
            <a:r>
              <a:rPr lang="en-US" altLang="zh-CN" b="1" dirty="0" err="1"/>
              <a:t>ClickHouse</a:t>
            </a:r>
            <a:endParaRPr lang="zh-CN" altLang="en-US" b="1" dirty="0"/>
          </a:p>
        </p:txBody>
      </p:sp>
      <p:sp>
        <p:nvSpPr>
          <p:cNvPr id="3" name="Content Placeholder 2">
            <a:extLst>
              <a:ext uri="{FF2B5EF4-FFF2-40B4-BE49-F238E27FC236}">
                <a16:creationId xmlns:a16="http://schemas.microsoft.com/office/drawing/2014/main" id="{AD574A9F-F337-9CF1-D08C-1DD7BD1BDD24}"/>
              </a:ext>
            </a:extLst>
          </p:cNvPr>
          <p:cNvSpPr>
            <a:spLocks noGrp="1"/>
          </p:cNvSpPr>
          <p:nvPr>
            <p:ph idx="1"/>
          </p:nvPr>
        </p:nvSpPr>
        <p:spPr>
          <a:xfrm>
            <a:off x="432000" y="2007600"/>
            <a:ext cx="5500688" cy="3832614"/>
          </a:xfrm>
        </p:spPr>
        <p:txBody>
          <a:bodyPr/>
          <a:lstStyle/>
          <a:p>
            <a:pPr marL="0" indent="0">
              <a:buClr>
                <a:schemeClr val="tx1"/>
              </a:buClr>
              <a:buNone/>
            </a:pPr>
            <a:r>
              <a:rPr lang="zh-CN" altLang="en-US" sz="1600" b="1" dirty="0"/>
              <a:t>特性</a:t>
            </a:r>
            <a:endParaRPr lang="en-US" altLang="zh-CN" sz="1600" b="1" dirty="0"/>
          </a:p>
          <a:p>
            <a:pPr lvl="1">
              <a:buClr>
                <a:schemeClr val="tx1"/>
              </a:buClr>
              <a:buFont typeface="Wingdings" panose="05000000000000000000" pitchFamily="2" charset="2"/>
              <a:buChar char="Ø"/>
            </a:pPr>
            <a:r>
              <a:rPr lang="zh-CN" altLang="en-US" dirty="0"/>
              <a:t>列式存储</a:t>
            </a:r>
            <a:endParaRPr lang="en-US" altLang="zh-CN" dirty="0"/>
          </a:p>
          <a:p>
            <a:pPr lvl="1">
              <a:buClr>
                <a:schemeClr val="tx1"/>
              </a:buClr>
              <a:buFont typeface="Wingdings" panose="05000000000000000000" pitchFamily="2" charset="2"/>
              <a:buChar char="Ø"/>
            </a:pPr>
            <a:r>
              <a:rPr lang="zh-CN" altLang="en-US" dirty="0"/>
              <a:t>分布式查询，</a:t>
            </a:r>
            <a:r>
              <a:rPr lang="en-US" altLang="zh-CN" dirty="0"/>
              <a:t>MPP</a:t>
            </a:r>
            <a:r>
              <a:rPr lang="zh-CN" altLang="en-US" dirty="0"/>
              <a:t>架构，向量化引擎</a:t>
            </a:r>
            <a:endParaRPr lang="en-US" altLang="zh-CN" dirty="0"/>
          </a:p>
          <a:p>
            <a:pPr lvl="1">
              <a:buClr>
                <a:schemeClr val="tx1"/>
              </a:buClr>
              <a:buFont typeface="Wingdings" panose="05000000000000000000" pitchFamily="2" charset="2"/>
              <a:buChar char="Ø"/>
            </a:pPr>
            <a:r>
              <a:rPr lang="zh-CN" altLang="en-US" dirty="0"/>
              <a:t>数据压缩空间大，减少</a:t>
            </a:r>
            <a:r>
              <a:rPr lang="en-US" altLang="zh-CN" dirty="0"/>
              <a:t>IO</a:t>
            </a:r>
          </a:p>
          <a:p>
            <a:pPr lvl="1">
              <a:buClr>
                <a:schemeClr val="tx1"/>
              </a:buClr>
              <a:buFont typeface="Wingdings" panose="05000000000000000000" pitchFamily="2" charset="2"/>
              <a:buChar char="Ø"/>
            </a:pPr>
            <a:r>
              <a:rPr lang="zh-CN" altLang="en-US" dirty="0"/>
              <a:t>极致的单机性能</a:t>
            </a:r>
            <a:endParaRPr lang="en-US" altLang="zh-CN" dirty="0"/>
          </a:p>
          <a:p>
            <a:pPr>
              <a:buClr>
                <a:schemeClr val="tx1"/>
              </a:buClr>
            </a:pPr>
            <a:endParaRPr lang="en-US" altLang="zh-CN" dirty="0"/>
          </a:p>
          <a:p>
            <a:pPr marL="0" indent="0">
              <a:buClr>
                <a:schemeClr val="tx1"/>
              </a:buClr>
              <a:buNone/>
            </a:pPr>
            <a:r>
              <a:rPr lang="zh-CN" altLang="en-US" sz="1600" b="1" dirty="0"/>
              <a:t>应用场景</a:t>
            </a:r>
            <a:endParaRPr lang="en-US" altLang="zh-CN" sz="1600" b="1" dirty="0"/>
          </a:p>
          <a:p>
            <a:pPr lvl="1">
              <a:buClr>
                <a:schemeClr val="tx1"/>
              </a:buClr>
              <a:buFont typeface="Wingdings" panose="05000000000000000000" pitchFamily="2" charset="2"/>
              <a:buChar char="Ø"/>
            </a:pPr>
            <a:r>
              <a:rPr lang="zh-CN" altLang="en-US" dirty="0"/>
              <a:t>头条 用户行为分析，数据量</a:t>
            </a:r>
            <a:r>
              <a:rPr lang="en-US" altLang="zh-CN" dirty="0"/>
              <a:t>PB</a:t>
            </a:r>
            <a:r>
              <a:rPr lang="zh-CN" altLang="en-US" dirty="0"/>
              <a:t>级，日增</a:t>
            </a:r>
            <a:r>
              <a:rPr lang="en-US" altLang="zh-CN" dirty="0"/>
              <a:t>300TB</a:t>
            </a:r>
          </a:p>
          <a:p>
            <a:pPr lvl="1">
              <a:buClr>
                <a:schemeClr val="tx1"/>
              </a:buClr>
              <a:buFont typeface="Wingdings" panose="05000000000000000000" pitchFamily="2" charset="2"/>
              <a:buChar char="Ø"/>
            </a:pPr>
            <a:r>
              <a:rPr lang="zh-CN" altLang="en-US" dirty="0"/>
              <a:t>腾讯 游戏数据分析</a:t>
            </a:r>
            <a:endParaRPr lang="en-US" altLang="zh-CN" dirty="0"/>
          </a:p>
          <a:p>
            <a:pPr lvl="1">
              <a:buClr>
                <a:schemeClr val="tx1"/>
              </a:buClr>
              <a:buFont typeface="Wingdings" panose="05000000000000000000" pitchFamily="2" charset="2"/>
              <a:buChar char="Ø"/>
            </a:pPr>
            <a:r>
              <a:rPr lang="zh-CN" altLang="en-US" dirty="0"/>
              <a:t>携程 应用日志收集分析</a:t>
            </a:r>
            <a:endParaRPr lang="en-US" altLang="zh-CN" dirty="0"/>
          </a:p>
          <a:p>
            <a:pPr>
              <a:buClr>
                <a:schemeClr val="tx1"/>
              </a:buClr>
            </a:pPr>
            <a:endParaRPr lang="zh-CN" altLang="en-US" dirty="0"/>
          </a:p>
        </p:txBody>
      </p:sp>
      <p:sp>
        <p:nvSpPr>
          <p:cNvPr id="4" name="Content Placeholder 3">
            <a:extLst>
              <a:ext uri="{FF2B5EF4-FFF2-40B4-BE49-F238E27FC236}">
                <a16:creationId xmlns:a16="http://schemas.microsoft.com/office/drawing/2014/main" id="{CCBEDF42-D165-C157-5E16-ED238D22DBDA}"/>
              </a:ext>
            </a:extLst>
          </p:cNvPr>
          <p:cNvSpPr>
            <a:spLocks noGrp="1"/>
          </p:cNvSpPr>
          <p:nvPr>
            <p:ph sz="half" idx="2"/>
          </p:nvPr>
        </p:nvSpPr>
        <p:spPr>
          <a:xfrm>
            <a:off x="5324794" y="2007600"/>
            <a:ext cx="5501485" cy="3832614"/>
          </a:xfrm>
        </p:spPr>
        <p:txBody>
          <a:bodyPr/>
          <a:lstStyle/>
          <a:p>
            <a:pPr marL="0" indent="0">
              <a:buNone/>
            </a:pPr>
            <a:r>
              <a:rPr lang="zh-CN" altLang="en-US" sz="1600" b="1" dirty="0"/>
              <a:t>优点</a:t>
            </a:r>
            <a:endParaRPr lang="en-US" altLang="zh-CN" sz="1600" b="1" dirty="0"/>
          </a:p>
          <a:p>
            <a:pPr lvl="1">
              <a:buClrTx/>
              <a:buFont typeface="Wingdings" panose="05000000000000000000" pitchFamily="2" charset="2"/>
              <a:buChar char="Ø"/>
            </a:pPr>
            <a:r>
              <a:rPr lang="zh-CN" altLang="en-US" dirty="0"/>
              <a:t>写入速度快：</a:t>
            </a:r>
            <a:r>
              <a:rPr lang="en-US" altLang="zh-CN" dirty="0"/>
              <a:t>50w-200w/s</a:t>
            </a:r>
            <a:r>
              <a:rPr lang="zh-CN" altLang="en-US" dirty="0"/>
              <a:t>的写入速度</a:t>
            </a:r>
            <a:endParaRPr lang="en-US" altLang="zh-CN" dirty="0"/>
          </a:p>
          <a:p>
            <a:pPr lvl="1">
              <a:buClrTx/>
              <a:buFont typeface="Wingdings" panose="05000000000000000000" pitchFamily="2" charset="2"/>
              <a:buChar char="Ø"/>
            </a:pPr>
            <a:r>
              <a:rPr lang="zh-CN" altLang="en-US" dirty="0"/>
              <a:t>数据查询友好，类</a:t>
            </a:r>
            <a:r>
              <a:rPr lang="en-US" altLang="zh-CN" dirty="0"/>
              <a:t>SQL</a:t>
            </a:r>
            <a:r>
              <a:rPr lang="zh-CN" altLang="en-US" dirty="0"/>
              <a:t>语句，查询效率高</a:t>
            </a:r>
            <a:endParaRPr lang="en-US" altLang="zh-CN" dirty="0"/>
          </a:p>
          <a:p>
            <a:pPr lvl="1">
              <a:buClrTx/>
              <a:buFont typeface="Wingdings" panose="05000000000000000000" pitchFamily="2" charset="2"/>
              <a:buChar char="Ø"/>
            </a:pPr>
            <a:r>
              <a:rPr lang="zh-CN" altLang="en-US" dirty="0"/>
              <a:t>依赖大宽表，</a:t>
            </a:r>
            <a:r>
              <a:rPr lang="en-US" altLang="zh-CN" dirty="0"/>
              <a:t>join</a:t>
            </a:r>
            <a:r>
              <a:rPr lang="zh-CN" altLang="en-US" dirty="0"/>
              <a:t>性能弱</a:t>
            </a:r>
            <a:endParaRPr lang="en-US" altLang="zh-CN" dirty="0"/>
          </a:p>
          <a:p>
            <a:pPr lvl="1">
              <a:buClrTx/>
              <a:buFont typeface="Wingdings" panose="05000000000000000000" pitchFamily="2" charset="2"/>
              <a:buChar char="Ø"/>
            </a:pPr>
            <a:r>
              <a:rPr lang="zh-CN" altLang="en-US" dirty="0"/>
              <a:t>更适合实时分析和查询</a:t>
            </a:r>
            <a:r>
              <a:rPr lang="en-US" altLang="zh-CN" dirty="0"/>
              <a:t>OLAP</a:t>
            </a:r>
            <a:r>
              <a:rPr lang="zh-CN" altLang="en-US" dirty="0"/>
              <a:t>，写多读少、批量写</a:t>
            </a:r>
            <a:endParaRPr lang="en-US" altLang="zh-CN" dirty="0"/>
          </a:p>
          <a:p>
            <a:pPr>
              <a:buClrTx/>
              <a:buFont typeface="Wingdings" panose="05000000000000000000" pitchFamily="2" charset="2"/>
              <a:buChar char="Ø"/>
            </a:pPr>
            <a:endParaRPr lang="en-US" altLang="zh-CN" dirty="0"/>
          </a:p>
          <a:p>
            <a:pPr marL="0" indent="0">
              <a:buNone/>
            </a:pPr>
            <a:r>
              <a:rPr lang="zh-CN" altLang="en-US" sz="1600" b="1" dirty="0"/>
              <a:t>缺点</a:t>
            </a:r>
            <a:endParaRPr lang="en-US" altLang="zh-CN" sz="1600" b="1" dirty="0"/>
          </a:p>
          <a:p>
            <a:pPr lvl="1">
              <a:buClrTx/>
              <a:buFont typeface="Wingdings" panose="05000000000000000000" pitchFamily="2" charset="2"/>
              <a:buChar char="Ø"/>
            </a:pPr>
            <a:r>
              <a:rPr lang="zh-CN" altLang="en-US" dirty="0"/>
              <a:t>不支持事务，批量插入，范围查询</a:t>
            </a:r>
            <a:endParaRPr lang="en-US" altLang="zh-CN" dirty="0"/>
          </a:p>
          <a:p>
            <a:pPr lvl="1">
              <a:buClrTx/>
              <a:buFont typeface="Wingdings" panose="05000000000000000000" pitchFamily="2" charset="2"/>
              <a:buChar char="Ø"/>
            </a:pPr>
            <a:r>
              <a:rPr lang="zh-CN" altLang="en-US" dirty="0"/>
              <a:t>不适合单点</a:t>
            </a:r>
            <a:r>
              <a:rPr lang="en-US" altLang="zh-CN" dirty="0"/>
              <a:t>Update</a:t>
            </a:r>
            <a:r>
              <a:rPr lang="zh-CN" altLang="en-US" dirty="0"/>
              <a:t>、</a:t>
            </a:r>
            <a:r>
              <a:rPr lang="en-US" altLang="zh-CN" dirty="0"/>
              <a:t>Delete</a:t>
            </a:r>
            <a:r>
              <a:rPr lang="zh-CN" altLang="en-US" dirty="0"/>
              <a:t>，异步执行</a:t>
            </a:r>
            <a:endParaRPr lang="en-US" altLang="zh-CN" dirty="0"/>
          </a:p>
          <a:p>
            <a:pPr lvl="1">
              <a:buClrTx/>
              <a:buFont typeface="Wingdings" panose="05000000000000000000" pitchFamily="2" charset="2"/>
              <a:buChar char="Ø"/>
            </a:pPr>
            <a:r>
              <a:rPr lang="zh-CN" altLang="en-US" dirty="0"/>
              <a:t>并行查询，单台与分布式</a:t>
            </a:r>
            <a:r>
              <a:rPr lang="en-US" altLang="zh-CN" dirty="0"/>
              <a:t>CPU</a:t>
            </a:r>
            <a:r>
              <a:rPr lang="zh-CN" altLang="en-US" dirty="0"/>
              <a:t>利用率高，不适合高并发（</a:t>
            </a:r>
            <a:r>
              <a:rPr lang="en-US" altLang="zh-CN" dirty="0"/>
              <a:t>100qps</a:t>
            </a:r>
            <a:r>
              <a:rPr lang="zh-CN" altLang="en-US" dirty="0"/>
              <a:t>）</a:t>
            </a:r>
            <a:endParaRPr lang="en-US" altLang="zh-CN" dirty="0"/>
          </a:p>
          <a:p>
            <a:pPr lvl="1">
              <a:buClrTx/>
              <a:buFont typeface="Wingdings" panose="05000000000000000000" pitchFamily="2" charset="2"/>
              <a:buChar char="Ø"/>
            </a:pPr>
            <a:r>
              <a:rPr lang="zh-CN" altLang="en-US" dirty="0"/>
              <a:t>分布式依赖</a:t>
            </a:r>
            <a:r>
              <a:rPr lang="en-US" altLang="zh-CN" dirty="0" err="1"/>
              <a:t>ZooKeeper</a:t>
            </a:r>
            <a:r>
              <a:rPr lang="zh-CN" altLang="en-US" dirty="0"/>
              <a:t>，容易有瓶颈</a:t>
            </a:r>
            <a:endParaRPr lang="en-US" altLang="zh-CN" dirty="0"/>
          </a:p>
          <a:p>
            <a:pPr lvl="1">
              <a:buClrTx/>
              <a:buFont typeface="Wingdings" panose="05000000000000000000" pitchFamily="2" charset="2"/>
              <a:buChar char="Ø"/>
            </a:pPr>
            <a:r>
              <a:rPr lang="zh-CN" altLang="en-US" dirty="0"/>
              <a:t>单机部署简单，集群部署、运维较为复杂</a:t>
            </a:r>
          </a:p>
        </p:txBody>
      </p:sp>
      <p:sp>
        <p:nvSpPr>
          <p:cNvPr id="5" name="Date Placeholder 4">
            <a:extLst>
              <a:ext uri="{FF2B5EF4-FFF2-40B4-BE49-F238E27FC236}">
                <a16:creationId xmlns:a16="http://schemas.microsoft.com/office/drawing/2014/main" id="{88E639F9-63CE-D8FB-63E5-0C2C9A4C5B01}"/>
              </a:ext>
            </a:extLst>
          </p:cNvPr>
          <p:cNvSpPr>
            <a:spLocks noGrp="1"/>
          </p:cNvSpPr>
          <p:nvPr>
            <p:ph type="dt" sz="half" idx="10"/>
          </p:nvPr>
        </p:nvSpPr>
        <p:spPr/>
        <p:txBody>
          <a:bodyPr/>
          <a:lstStyle/>
          <a:p>
            <a:fld id="{58F10841-5A36-40F0-ADDB-DD39BC5AEF11}"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4EDDEE37-CAD1-7EC6-3162-73C12C26E836}"/>
              </a:ext>
            </a:extLst>
          </p:cNvPr>
          <p:cNvSpPr>
            <a:spLocks noGrp="1"/>
          </p:cNvSpPr>
          <p:nvPr>
            <p:ph type="ftr" sz="quarter" idx="11"/>
          </p:nvPr>
        </p:nvSpPr>
        <p:spPr/>
        <p:txBody>
          <a:bodyPr/>
          <a:lstStyle/>
          <a:p>
            <a:endParaRPr lang="zh-CN" altLang="en-US" dirty="0"/>
          </a:p>
        </p:txBody>
      </p:sp>
      <p:sp>
        <p:nvSpPr>
          <p:cNvPr id="7" name="Slide Number Placeholder 6">
            <a:extLst>
              <a:ext uri="{FF2B5EF4-FFF2-40B4-BE49-F238E27FC236}">
                <a16:creationId xmlns:a16="http://schemas.microsoft.com/office/drawing/2014/main" id="{2D2DD0D8-1963-AFF7-4B33-5D001F1CB671}"/>
              </a:ext>
            </a:extLst>
          </p:cNvPr>
          <p:cNvSpPr>
            <a:spLocks noGrp="1"/>
          </p:cNvSpPr>
          <p:nvPr>
            <p:ph type="sldNum" sz="quarter" idx="12"/>
          </p:nvPr>
        </p:nvSpPr>
        <p:spPr/>
        <p:txBody>
          <a:bodyPr/>
          <a:lstStyle/>
          <a:p>
            <a:fld id="{23AA811B-2EBD-4900-905E-5BE206449611}" type="slidenum">
              <a:rPr lang="en-US" altLang="zh-CN" smtClean="0"/>
              <a:pPr/>
              <a:t>8</a:t>
            </a:fld>
            <a:endParaRPr lang="zh-CN" altLang="en-US" dirty="0"/>
          </a:p>
        </p:txBody>
      </p:sp>
    </p:spTree>
    <p:extLst>
      <p:ext uri="{BB962C8B-B14F-4D97-AF65-F5344CB8AC3E}">
        <p14:creationId xmlns:p14="http://schemas.microsoft.com/office/powerpoint/2010/main" val="1601463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A1926-2C3D-B519-2B77-7DA9BD2557FB}"/>
              </a:ext>
            </a:extLst>
          </p:cNvPr>
          <p:cNvSpPr>
            <a:spLocks noGrp="1"/>
          </p:cNvSpPr>
          <p:nvPr>
            <p:ph type="title"/>
          </p:nvPr>
        </p:nvSpPr>
        <p:spPr/>
        <p:txBody>
          <a:bodyPr/>
          <a:lstStyle/>
          <a:p>
            <a:r>
              <a:rPr lang="en-US" altLang="zh-CN" b="1" dirty="0" err="1"/>
              <a:t>InfluxDB</a:t>
            </a:r>
            <a:endParaRPr lang="zh-CN" altLang="en-US" b="1" dirty="0"/>
          </a:p>
        </p:txBody>
      </p:sp>
      <p:sp>
        <p:nvSpPr>
          <p:cNvPr id="5" name="Date Placeholder 4">
            <a:extLst>
              <a:ext uri="{FF2B5EF4-FFF2-40B4-BE49-F238E27FC236}">
                <a16:creationId xmlns:a16="http://schemas.microsoft.com/office/drawing/2014/main" id="{D03D73CE-C242-D65D-44E5-774F9D8573BE}"/>
              </a:ext>
            </a:extLst>
          </p:cNvPr>
          <p:cNvSpPr>
            <a:spLocks noGrp="1"/>
          </p:cNvSpPr>
          <p:nvPr>
            <p:ph type="dt" sz="half" idx="10"/>
          </p:nvPr>
        </p:nvSpPr>
        <p:spPr/>
        <p:txBody>
          <a:bodyPr/>
          <a:lstStyle/>
          <a:p>
            <a:fld id="{58F10841-5A36-40F0-ADDB-DD39BC5AEF11}"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D3F77FEF-74D2-33E5-25EC-8F0C26504D40}"/>
              </a:ext>
            </a:extLst>
          </p:cNvPr>
          <p:cNvSpPr>
            <a:spLocks noGrp="1"/>
          </p:cNvSpPr>
          <p:nvPr>
            <p:ph type="ftr" sz="quarter" idx="11"/>
          </p:nvPr>
        </p:nvSpPr>
        <p:spPr/>
        <p:txBody>
          <a:bodyPr/>
          <a:lstStyle/>
          <a:p>
            <a:endParaRPr lang="zh-CN" altLang="en-US" dirty="0"/>
          </a:p>
        </p:txBody>
      </p:sp>
      <p:sp>
        <p:nvSpPr>
          <p:cNvPr id="7" name="Slide Number Placeholder 6">
            <a:extLst>
              <a:ext uri="{FF2B5EF4-FFF2-40B4-BE49-F238E27FC236}">
                <a16:creationId xmlns:a16="http://schemas.microsoft.com/office/drawing/2014/main" id="{24DA6C45-0039-5E78-BDB2-84D85BF0C88B}"/>
              </a:ext>
            </a:extLst>
          </p:cNvPr>
          <p:cNvSpPr>
            <a:spLocks noGrp="1"/>
          </p:cNvSpPr>
          <p:nvPr>
            <p:ph type="sldNum" sz="quarter" idx="12"/>
          </p:nvPr>
        </p:nvSpPr>
        <p:spPr/>
        <p:txBody>
          <a:bodyPr/>
          <a:lstStyle/>
          <a:p>
            <a:fld id="{23AA811B-2EBD-4900-905E-5BE206449611}" type="slidenum">
              <a:rPr lang="en-US" altLang="zh-CN" smtClean="0"/>
              <a:pPr/>
              <a:t>9</a:t>
            </a:fld>
            <a:endParaRPr lang="zh-CN" altLang="en-US" dirty="0"/>
          </a:p>
        </p:txBody>
      </p:sp>
      <p:sp>
        <p:nvSpPr>
          <p:cNvPr id="8" name="Content Placeholder 2">
            <a:extLst>
              <a:ext uri="{FF2B5EF4-FFF2-40B4-BE49-F238E27FC236}">
                <a16:creationId xmlns:a16="http://schemas.microsoft.com/office/drawing/2014/main" id="{1DBD5B37-4DEF-657A-F6D9-C5000CA034FF}"/>
              </a:ext>
            </a:extLst>
          </p:cNvPr>
          <p:cNvSpPr>
            <a:spLocks noGrp="1"/>
          </p:cNvSpPr>
          <p:nvPr>
            <p:ph idx="1"/>
          </p:nvPr>
        </p:nvSpPr>
        <p:spPr>
          <a:xfrm>
            <a:off x="432000" y="1913801"/>
            <a:ext cx="4282240" cy="3832225"/>
          </a:xfrm>
        </p:spPr>
        <p:txBody>
          <a:bodyPr/>
          <a:lstStyle/>
          <a:p>
            <a:pPr marL="0" indent="0">
              <a:buClr>
                <a:schemeClr val="tx1"/>
              </a:buClr>
              <a:buNone/>
            </a:pPr>
            <a:r>
              <a:rPr lang="zh-CN" altLang="en-US" sz="1600" b="1" dirty="0"/>
              <a:t>特性</a:t>
            </a:r>
            <a:endParaRPr lang="en-US" altLang="zh-CN" sz="1600" b="1" dirty="0"/>
          </a:p>
          <a:p>
            <a:pPr lvl="1">
              <a:buClr>
                <a:schemeClr val="tx1"/>
              </a:buClr>
              <a:buFont typeface="Wingdings" panose="05000000000000000000" pitchFamily="2" charset="2"/>
              <a:buChar char="Ø"/>
            </a:pPr>
            <a:r>
              <a:rPr lang="zh-CN" altLang="en-US" dirty="0"/>
              <a:t>随时间不断产生的一系列数据</a:t>
            </a:r>
            <a:endParaRPr lang="en-US" altLang="zh-CN" dirty="0"/>
          </a:p>
          <a:p>
            <a:pPr lvl="1">
              <a:buClr>
                <a:schemeClr val="tx1"/>
              </a:buClr>
              <a:buFont typeface="Wingdings" panose="05000000000000000000" pitchFamily="2" charset="2"/>
              <a:buChar char="Ø"/>
            </a:pPr>
            <a:r>
              <a:rPr lang="zh-CN" altLang="en-US" dirty="0"/>
              <a:t>对最近时期的数据查询概率更大</a:t>
            </a:r>
            <a:endParaRPr lang="en-US" altLang="zh-CN" dirty="0"/>
          </a:p>
          <a:p>
            <a:pPr lvl="1">
              <a:buClr>
                <a:schemeClr val="tx1"/>
              </a:buClr>
              <a:buFont typeface="Wingdings" panose="05000000000000000000" pitchFamily="2" charset="2"/>
              <a:buChar char="Ø"/>
            </a:pPr>
            <a:r>
              <a:rPr lang="en-US" altLang="zh-CN" dirty="0" err="1"/>
              <a:t>TSMTree</a:t>
            </a:r>
            <a:r>
              <a:rPr lang="zh-CN" altLang="en-US" dirty="0"/>
              <a:t>：改进的</a:t>
            </a:r>
            <a:r>
              <a:rPr lang="en-US" altLang="zh-CN" dirty="0" err="1"/>
              <a:t>LSMTree</a:t>
            </a:r>
            <a:r>
              <a:rPr lang="zh-CN" altLang="en-US" dirty="0"/>
              <a:t>，更高的压缩比</a:t>
            </a:r>
            <a:endParaRPr lang="en-US" altLang="zh-CN" dirty="0"/>
          </a:p>
          <a:p>
            <a:pPr lvl="1">
              <a:buClr>
                <a:schemeClr val="tx1"/>
              </a:buClr>
              <a:buFont typeface="Wingdings" panose="05000000000000000000" pitchFamily="2" charset="2"/>
              <a:buChar char="Ø"/>
            </a:pPr>
            <a:endParaRPr lang="en-US" altLang="zh-CN" dirty="0"/>
          </a:p>
          <a:p>
            <a:pPr marL="0" indent="0">
              <a:buClr>
                <a:schemeClr val="tx1"/>
              </a:buClr>
              <a:buNone/>
            </a:pPr>
            <a:r>
              <a:rPr lang="zh-CN" altLang="en-US" sz="1600" b="1" dirty="0"/>
              <a:t>应用场景</a:t>
            </a:r>
            <a:endParaRPr lang="en-US" altLang="zh-CN" sz="1600" b="1" dirty="0"/>
          </a:p>
          <a:p>
            <a:pPr lvl="1">
              <a:buClr>
                <a:schemeClr val="tx1"/>
              </a:buClr>
              <a:buFont typeface="Wingdings" panose="05000000000000000000" pitchFamily="2" charset="2"/>
              <a:buChar char="Ø"/>
            </a:pPr>
            <a:r>
              <a:rPr lang="zh-CN" altLang="en-US" dirty="0"/>
              <a:t>专注于海量时序数据的高性能读、写、存储与实时分析</a:t>
            </a:r>
            <a:endParaRPr lang="en-US" altLang="zh-CN" dirty="0"/>
          </a:p>
          <a:p>
            <a:pPr lvl="1">
              <a:buClr>
                <a:schemeClr val="tx1"/>
              </a:buClr>
              <a:buFont typeface="Wingdings" panose="05000000000000000000" pitchFamily="2" charset="2"/>
              <a:buChar char="Ø"/>
            </a:pPr>
            <a:r>
              <a:rPr lang="zh-CN" altLang="en-US" dirty="0"/>
              <a:t>配合</a:t>
            </a:r>
            <a:r>
              <a:rPr lang="en-US" altLang="zh-CN" dirty="0" err="1"/>
              <a:t>Telegraf</a:t>
            </a:r>
            <a:r>
              <a:rPr lang="zh-CN" altLang="en-US" dirty="0"/>
              <a:t>监控、</a:t>
            </a:r>
            <a:r>
              <a:rPr lang="en-US" altLang="zh-CN" dirty="0"/>
              <a:t>Grafana</a:t>
            </a:r>
            <a:r>
              <a:rPr lang="zh-CN" altLang="en-US" dirty="0"/>
              <a:t>服务做可视化的</a:t>
            </a:r>
            <a:r>
              <a:rPr lang="en-US" altLang="zh-CN" dirty="0"/>
              <a:t>IoT</a:t>
            </a:r>
            <a:r>
              <a:rPr lang="zh-CN" altLang="en-US" dirty="0"/>
              <a:t>实时报表大盘</a:t>
            </a:r>
          </a:p>
        </p:txBody>
      </p:sp>
      <p:sp>
        <p:nvSpPr>
          <p:cNvPr id="9" name="Content Placeholder 3">
            <a:extLst>
              <a:ext uri="{FF2B5EF4-FFF2-40B4-BE49-F238E27FC236}">
                <a16:creationId xmlns:a16="http://schemas.microsoft.com/office/drawing/2014/main" id="{D18D45C2-6571-A205-C1E6-CD4B2DDB1D20}"/>
              </a:ext>
            </a:extLst>
          </p:cNvPr>
          <p:cNvSpPr>
            <a:spLocks noGrp="1"/>
          </p:cNvSpPr>
          <p:nvPr>
            <p:ph sz="half" idx="2"/>
          </p:nvPr>
        </p:nvSpPr>
        <p:spPr>
          <a:xfrm>
            <a:off x="5610225" y="1882201"/>
            <a:ext cx="5502275" cy="3832225"/>
          </a:xfrm>
        </p:spPr>
        <p:txBody>
          <a:bodyPr/>
          <a:lstStyle/>
          <a:p>
            <a:pPr marL="0" indent="0">
              <a:buNone/>
            </a:pPr>
            <a:r>
              <a:rPr lang="zh-CN" altLang="en-US" sz="1600" b="1" dirty="0"/>
              <a:t>优点</a:t>
            </a:r>
            <a:endParaRPr lang="en-US" altLang="zh-CN" sz="1600" b="1" dirty="0"/>
          </a:p>
          <a:p>
            <a:pPr lvl="1">
              <a:buClrTx/>
              <a:buFont typeface="Wingdings" panose="05000000000000000000" pitchFamily="2" charset="2"/>
              <a:buChar char="Ø"/>
            </a:pPr>
            <a:r>
              <a:rPr lang="zh-CN" altLang="en-US" dirty="0"/>
              <a:t>性能优势：高并发写入，相较于</a:t>
            </a:r>
            <a:r>
              <a:rPr lang="en-US" altLang="zh-CN" dirty="0"/>
              <a:t>CK</a:t>
            </a:r>
            <a:r>
              <a:rPr lang="zh-CN" altLang="en-US" dirty="0"/>
              <a:t>写入速度更快</a:t>
            </a:r>
            <a:endParaRPr lang="en-US" altLang="zh-CN" dirty="0"/>
          </a:p>
          <a:p>
            <a:pPr lvl="1">
              <a:buClrTx/>
              <a:buFont typeface="Wingdings" panose="05000000000000000000" pitchFamily="2" charset="2"/>
              <a:buChar char="Ø"/>
            </a:pPr>
            <a:r>
              <a:rPr lang="zh-CN" altLang="en-US" dirty="0"/>
              <a:t>成本优势：存储成本更低</a:t>
            </a:r>
            <a:endParaRPr lang="en-US" altLang="zh-CN" dirty="0"/>
          </a:p>
          <a:p>
            <a:pPr>
              <a:buClrTx/>
              <a:buFont typeface="Wingdings" panose="05000000000000000000" pitchFamily="2" charset="2"/>
              <a:buChar char="Ø"/>
            </a:pPr>
            <a:endParaRPr lang="en-US" altLang="zh-CN" dirty="0"/>
          </a:p>
          <a:p>
            <a:pPr marL="0" indent="0">
              <a:buNone/>
            </a:pPr>
            <a:r>
              <a:rPr lang="zh-CN" altLang="en-US" sz="1600" b="1" dirty="0"/>
              <a:t>缺点</a:t>
            </a:r>
            <a:endParaRPr lang="en-US" altLang="zh-CN" sz="1600" b="1" dirty="0"/>
          </a:p>
          <a:p>
            <a:pPr lvl="1">
              <a:buClrTx/>
              <a:buFont typeface="Wingdings" panose="05000000000000000000" pitchFamily="2" charset="2"/>
              <a:buChar char="Ø"/>
            </a:pPr>
            <a:r>
              <a:rPr lang="zh-CN" altLang="en-US" dirty="0"/>
              <a:t>不支持重复数据插入</a:t>
            </a:r>
            <a:endParaRPr lang="en-US" altLang="zh-CN" dirty="0"/>
          </a:p>
          <a:p>
            <a:pPr lvl="1">
              <a:buClrTx/>
              <a:buFont typeface="Wingdings" panose="05000000000000000000" pitchFamily="2" charset="2"/>
              <a:buChar char="Ø"/>
            </a:pPr>
            <a:r>
              <a:rPr lang="zh-CN" altLang="en-US" dirty="0"/>
              <a:t>不支持更新、删除（可通过</a:t>
            </a:r>
            <a:r>
              <a:rPr lang="en-US" altLang="zh-CN" dirty="0"/>
              <a:t>TTL</a:t>
            </a:r>
            <a:r>
              <a:rPr lang="zh-CN" altLang="en-US" dirty="0"/>
              <a:t>设置）</a:t>
            </a:r>
            <a:endParaRPr lang="en-US" altLang="zh-CN" dirty="0"/>
          </a:p>
          <a:p>
            <a:pPr lvl="1">
              <a:buClrTx/>
              <a:buFont typeface="Wingdings" panose="05000000000000000000" pitchFamily="2" charset="2"/>
              <a:buChar char="Ø"/>
            </a:pPr>
            <a:r>
              <a:rPr lang="zh-CN" altLang="en-US" dirty="0"/>
              <a:t>不支持</a:t>
            </a:r>
            <a:r>
              <a:rPr lang="en-US" altLang="zh-CN" dirty="0"/>
              <a:t>join</a:t>
            </a:r>
          </a:p>
          <a:p>
            <a:pPr lvl="1">
              <a:buClrTx/>
              <a:buFont typeface="Wingdings" panose="05000000000000000000" pitchFamily="2" charset="2"/>
              <a:buChar char="Ø"/>
            </a:pPr>
            <a:r>
              <a:rPr lang="zh-CN" altLang="en-US" dirty="0"/>
              <a:t>分布式集群版本闭源</a:t>
            </a:r>
          </a:p>
        </p:txBody>
      </p:sp>
    </p:spTree>
    <p:extLst>
      <p:ext uri="{BB962C8B-B14F-4D97-AF65-F5344CB8AC3E}">
        <p14:creationId xmlns:p14="http://schemas.microsoft.com/office/powerpoint/2010/main" val="499382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C80B4-2B3F-4C36-713D-FDAD2481D44F}"/>
              </a:ext>
            </a:extLst>
          </p:cNvPr>
          <p:cNvSpPr>
            <a:spLocks noGrp="1"/>
          </p:cNvSpPr>
          <p:nvPr>
            <p:ph type="title"/>
          </p:nvPr>
        </p:nvSpPr>
        <p:spPr>
          <a:xfrm>
            <a:off x="432000" y="529556"/>
            <a:ext cx="3560400" cy="986400"/>
          </a:xfrm>
        </p:spPr>
        <p:txBody>
          <a:bodyPr/>
          <a:lstStyle/>
          <a:p>
            <a:r>
              <a:rPr lang="en-US" altLang="zh-CN" b="1" dirty="0" err="1"/>
              <a:t>TiDB</a:t>
            </a:r>
            <a:endParaRPr lang="zh-CN" altLang="en-US" b="1" dirty="0"/>
          </a:p>
        </p:txBody>
      </p:sp>
      <p:sp>
        <p:nvSpPr>
          <p:cNvPr id="3" name="Content Placeholder 2">
            <a:extLst>
              <a:ext uri="{FF2B5EF4-FFF2-40B4-BE49-F238E27FC236}">
                <a16:creationId xmlns:a16="http://schemas.microsoft.com/office/drawing/2014/main" id="{9620F1BC-882B-CEDA-BA82-EAD06A09CED4}"/>
              </a:ext>
            </a:extLst>
          </p:cNvPr>
          <p:cNvSpPr>
            <a:spLocks noGrp="1"/>
          </p:cNvSpPr>
          <p:nvPr>
            <p:ph idx="1"/>
          </p:nvPr>
        </p:nvSpPr>
        <p:spPr>
          <a:xfrm>
            <a:off x="432000" y="1441790"/>
            <a:ext cx="4343200" cy="4379890"/>
          </a:xfrm>
        </p:spPr>
        <p:txBody>
          <a:bodyPr/>
          <a:lstStyle/>
          <a:p>
            <a:pPr marL="0" indent="0">
              <a:buNone/>
            </a:pPr>
            <a:r>
              <a:rPr lang="zh-CN" altLang="en-US" sz="1600" b="1" dirty="0"/>
              <a:t>特性</a:t>
            </a:r>
            <a:endParaRPr lang="en-US" altLang="zh-CN" sz="1600" b="1" dirty="0"/>
          </a:p>
          <a:p>
            <a:pPr lvl="1">
              <a:buClrTx/>
              <a:buFont typeface="Wingdings" panose="05000000000000000000" pitchFamily="2" charset="2"/>
              <a:buChar char="Ø"/>
            </a:pPr>
            <a:r>
              <a:rPr lang="zh-CN" altLang="en-US" dirty="0">
                <a:solidFill>
                  <a:schemeClr val="accent2">
                    <a:lumMod val="50000"/>
                  </a:schemeClr>
                </a:solidFill>
              </a:rPr>
              <a:t>一键水平扩容：计算、存储分别扩容</a:t>
            </a:r>
          </a:p>
          <a:p>
            <a:pPr lvl="1">
              <a:buClrTx/>
              <a:buFont typeface="Wingdings" panose="05000000000000000000" pitchFamily="2" charset="2"/>
              <a:buChar char="Ø"/>
            </a:pPr>
            <a:r>
              <a:rPr lang="zh-CN" altLang="en-US" dirty="0">
                <a:solidFill>
                  <a:schemeClr val="accent2">
                    <a:lumMod val="50000"/>
                  </a:schemeClr>
                </a:solidFill>
              </a:rPr>
              <a:t>金融级高可用（</a:t>
            </a:r>
            <a:r>
              <a:rPr lang="en-US" altLang="zh-CN" dirty="0">
                <a:solidFill>
                  <a:schemeClr val="accent2">
                    <a:lumMod val="50000"/>
                  </a:schemeClr>
                </a:solidFill>
              </a:rPr>
              <a:t>Raft</a:t>
            </a:r>
            <a:r>
              <a:rPr lang="zh-CN" altLang="en-US" dirty="0">
                <a:solidFill>
                  <a:schemeClr val="accent2">
                    <a:lumMod val="50000"/>
                  </a:schemeClr>
                </a:solidFill>
              </a:rPr>
              <a:t>），分布式事务支持</a:t>
            </a:r>
          </a:p>
          <a:p>
            <a:pPr lvl="1">
              <a:buClrTx/>
              <a:buFont typeface="Wingdings" panose="05000000000000000000" pitchFamily="2" charset="2"/>
              <a:buChar char="Ø"/>
            </a:pPr>
            <a:r>
              <a:rPr lang="zh-CN" altLang="en-US" dirty="0">
                <a:solidFill>
                  <a:schemeClr val="accent2">
                    <a:lumMod val="50000"/>
                  </a:schemeClr>
                </a:solidFill>
              </a:rPr>
              <a:t>实时</a:t>
            </a:r>
            <a:r>
              <a:rPr lang="en-US" altLang="zh-CN" dirty="0">
                <a:solidFill>
                  <a:schemeClr val="accent2">
                    <a:lumMod val="50000"/>
                  </a:schemeClr>
                </a:solidFill>
              </a:rPr>
              <a:t>HTAP</a:t>
            </a:r>
            <a:r>
              <a:rPr lang="zh-CN" altLang="en-US" dirty="0">
                <a:solidFill>
                  <a:schemeClr val="accent2">
                    <a:lumMod val="50000"/>
                  </a:schemeClr>
                </a:solidFill>
              </a:rPr>
              <a:t>：行、列存储引擎</a:t>
            </a:r>
          </a:p>
          <a:p>
            <a:pPr lvl="1">
              <a:buClrTx/>
              <a:buFont typeface="Wingdings" panose="05000000000000000000" pitchFamily="2" charset="2"/>
              <a:buChar char="Ø"/>
            </a:pPr>
            <a:r>
              <a:rPr lang="zh-CN" altLang="en-US" dirty="0">
                <a:solidFill>
                  <a:schemeClr val="accent2">
                    <a:lumMod val="50000"/>
                  </a:schemeClr>
                </a:solidFill>
              </a:rPr>
              <a:t>云原生</a:t>
            </a:r>
            <a:endParaRPr lang="en-US" altLang="zh-CN" dirty="0">
              <a:solidFill>
                <a:schemeClr val="accent2">
                  <a:lumMod val="50000"/>
                </a:schemeClr>
              </a:solidFill>
            </a:endParaRPr>
          </a:p>
          <a:p>
            <a:pPr lvl="1">
              <a:buClrTx/>
              <a:buFont typeface="Wingdings" panose="05000000000000000000" pitchFamily="2" charset="2"/>
              <a:buChar char="Ø"/>
            </a:pPr>
            <a:r>
              <a:rPr lang="zh-CN" altLang="en-US" dirty="0">
                <a:solidFill>
                  <a:schemeClr val="accent2">
                    <a:lumMod val="50000"/>
                  </a:schemeClr>
                </a:solidFill>
              </a:rPr>
              <a:t>兼容</a:t>
            </a:r>
            <a:r>
              <a:rPr lang="en-US" altLang="zh-CN" dirty="0">
                <a:solidFill>
                  <a:schemeClr val="accent2">
                    <a:lumMod val="50000"/>
                  </a:schemeClr>
                </a:solidFill>
              </a:rPr>
              <a:t>MySQL</a:t>
            </a:r>
          </a:p>
          <a:p>
            <a:pPr lvl="1">
              <a:buClrTx/>
              <a:buFont typeface="Wingdings" panose="05000000000000000000" pitchFamily="2" charset="2"/>
              <a:buChar char="Ø"/>
            </a:pPr>
            <a:r>
              <a:rPr lang="zh-CN" altLang="en-US" dirty="0">
                <a:solidFill>
                  <a:srgbClr val="1450F5"/>
                </a:solidFill>
              </a:rPr>
              <a:t>存储成本高：架构更优，但是成本比</a:t>
            </a:r>
            <a:r>
              <a:rPr lang="en-US" altLang="zh-CN" dirty="0">
                <a:solidFill>
                  <a:srgbClr val="1450F5"/>
                </a:solidFill>
              </a:rPr>
              <a:t>Aurora</a:t>
            </a:r>
            <a:r>
              <a:rPr lang="zh-CN" altLang="en-US" dirty="0">
                <a:solidFill>
                  <a:srgbClr val="1450F5"/>
                </a:solidFill>
              </a:rPr>
              <a:t>高</a:t>
            </a:r>
            <a:endParaRPr lang="en-US" altLang="zh-CN" dirty="0">
              <a:solidFill>
                <a:srgbClr val="1450F5"/>
              </a:solidFill>
            </a:endParaRPr>
          </a:p>
          <a:p>
            <a:pPr marL="0" indent="0">
              <a:buNone/>
            </a:pPr>
            <a:r>
              <a:rPr lang="zh-CN" altLang="en-US" sz="1600" b="1" dirty="0"/>
              <a:t>适用场景</a:t>
            </a:r>
            <a:endParaRPr lang="en-US" altLang="zh-CN" sz="1600" b="1" dirty="0"/>
          </a:p>
          <a:p>
            <a:pPr lvl="1">
              <a:buClrTx/>
              <a:buFont typeface="Wingdings" panose="05000000000000000000" pitchFamily="2" charset="2"/>
              <a:buChar char="Ø"/>
            </a:pPr>
            <a:r>
              <a:rPr lang="zh-CN" altLang="en-US" dirty="0"/>
              <a:t>需要高可用、强一致性：金融行业</a:t>
            </a:r>
          </a:p>
          <a:p>
            <a:pPr lvl="1">
              <a:buClrTx/>
              <a:buFont typeface="Wingdings" panose="05000000000000000000" pitchFamily="2" charset="2"/>
              <a:buChar char="Ø"/>
            </a:pPr>
            <a:r>
              <a:rPr lang="zh-CN" altLang="en-US" dirty="0"/>
              <a:t>海量数据且高并发的</a:t>
            </a:r>
            <a:r>
              <a:rPr lang="en-US" altLang="zh-CN" dirty="0"/>
              <a:t>OLTP</a:t>
            </a:r>
            <a:r>
              <a:rPr lang="zh-CN" altLang="en-US" dirty="0"/>
              <a:t>场景</a:t>
            </a:r>
          </a:p>
          <a:p>
            <a:pPr lvl="1">
              <a:buClrTx/>
              <a:buFont typeface="Wingdings" panose="05000000000000000000" pitchFamily="2" charset="2"/>
              <a:buChar char="Ø"/>
            </a:pPr>
            <a:r>
              <a:rPr lang="zh-CN" altLang="en-US" dirty="0"/>
              <a:t>实时</a:t>
            </a:r>
            <a:r>
              <a:rPr lang="en-US" altLang="zh-CN" dirty="0"/>
              <a:t>HTAP</a:t>
            </a:r>
            <a:r>
              <a:rPr lang="zh-CN" altLang="en-US" dirty="0"/>
              <a:t>场景：同一系统内做联机交易处理、实时数据分析等</a:t>
            </a:r>
          </a:p>
          <a:p>
            <a:pPr lvl="1">
              <a:buClrTx/>
              <a:buFont typeface="Wingdings" panose="05000000000000000000" pitchFamily="2" charset="2"/>
              <a:buChar char="Ø"/>
            </a:pPr>
            <a:r>
              <a:rPr lang="zh-CN" altLang="en-US" dirty="0"/>
              <a:t>数据汇聚、二次加工：比</a:t>
            </a:r>
            <a:r>
              <a:rPr lang="en-US" altLang="zh-CN" dirty="0"/>
              <a:t>Hadoop</a:t>
            </a:r>
            <a:r>
              <a:rPr lang="zh-CN" altLang="en-US" dirty="0"/>
              <a:t>简单</a:t>
            </a:r>
          </a:p>
        </p:txBody>
      </p:sp>
      <p:sp>
        <p:nvSpPr>
          <p:cNvPr id="5" name="Date Placeholder 4">
            <a:extLst>
              <a:ext uri="{FF2B5EF4-FFF2-40B4-BE49-F238E27FC236}">
                <a16:creationId xmlns:a16="http://schemas.microsoft.com/office/drawing/2014/main" id="{94944EA3-1205-8F5A-4DE3-78AEE90FA207}"/>
              </a:ext>
            </a:extLst>
          </p:cNvPr>
          <p:cNvSpPr>
            <a:spLocks noGrp="1"/>
          </p:cNvSpPr>
          <p:nvPr>
            <p:ph type="dt" sz="half" idx="10"/>
          </p:nvPr>
        </p:nvSpPr>
        <p:spPr/>
        <p:txBody>
          <a:bodyPr/>
          <a:lstStyle/>
          <a:p>
            <a:fld id="{B59E1929-9241-41E0-A58C-2849B8FE17AB}"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5DB6D0E7-C00A-0B64-4CC4-012EEB51E5CF}"/>
              </a:ext>
            </a:extLst>
          </p:cNvPr>
          <p:cNvSpPr>
            <a:spLocks noGrp="1"/>
          </p:cNvSpPr>
          <p:nvPr>
            <p:ph type="ftr" sz="quarter" idx="11"/>
          </p:nvPr>
        </p:nvSpPr>
        <p:spPr/>
        <p:txBody>
          <a:bodyPr/>
          <a:lstStyle/>
          <a:p>
            <a:endParaRPr lang="zh-CN" altLang="en-US" dirty="0"/>
          </a:p>
        </p:txBody>
      </p:sp>
      <p:sp>
        <p:nvSpPr>
          <p:cNvPr id="7" name="Slide Number Placeholder 6">
            <a:extLst>
              <a:ext uri="{FF2B5EF4-FFF2-40B4-BE49-F238E27FC236}">
                <a16:creationId xmlns:a16="http://schemas.microsoft.com/office/drawing/2014/main" id="{AB660166-BB75-87D2-F2DF-E43BFFCF25B1}"/>
              </a:ext>
            </a:extLst>
          </p:cNvPr>
          <p:cNvSpPr>
            <a:spLocks noGrp="1"/>
          </p:cNvSpPr>
          <p:nvPr>
            <p:ph type="sldNum" sz="quarter" idx="12"/>
          </p:nvPr>
        </p:nvSpPr>
        <p:spPr/>
        <p:txBody>
          <a:bodyPr/>
          <a:lstStyle/>
          <a:p>
            <a:fld id="{23AA811B-2EBD-4900-905E-5BE206449611}" type="slidenum">
              <a:rPr lang="en-US" altLang="zh-CN" smtClean="0"/>
              <a:pPr/>
              <a:t>10</a:t>
            </a:fld>
            <a:endParaRPr lang="zh-CN" altLang="en-US" dirty="0"/>
          </a:p>
        </p:txBody>
      </p:sp>
      <p:pic>
        <p:nvPicPr>
          <p:cNvPr id="9" name="Picture 8">
            <a:extLst>
              <a:ext uri="{FF2B5EF4-FFF2-40B4-BE49-F238E27FC236}">
                <a16:creationId xmlns:a16="http://schemas.microsoft.com/office/drawing/2014/main" id="{8A4C5E26-4503-A19A-0F18-4527E2E0FF49}"/>
              </a:ext>
            </a:extLst>
          </p:cNvPr>
          <p:cNvPicPr>
            <a:picLocks noChangeAspect="1"/>
          </p:cNvPicPr>
          <p:nvPr/>
        </p:nvPicPr>
        <p:blipFill>
          <a:blip r:embed="rId2"/>
          <a:stretch>
            <a:fillRect/>
          </a:stretch>
        </p:blipFill>
        <p:spPr>
          <a:xfrm>
            <a:off x="5029517" y="926782"/>
            <a:ext cx="6867525" cy="4781550"/>
          </a:xfrm>
          <a:prstGeom prst="rect">
            <a:avLst/>
          </a:prstGeom>
        </p:spPr>
      </p:pic>
      <p:sp>
        <p:nvSpPr>
          <p:cNvPr id="4" name="TextBox 3">
            <a:extLst>
              <a:ext uri="{FF2B5EF4-FFF2-40B4-BE49-F238E27FC236}">
                <a16:creationId xmlns:a16="http://schemas.microsoft.com/office/drawing/2014/main" id="{54945BAC-DBCA-98D6-D067-78787FB9AEA9}"/>
              </a:ext>
            </a:extLst>
          </p:cNvPr>
          <p:cNvSpPr txBox="1"/>
          <p:nvPr/>
        </p:nvSpPr>
        <p:spPr>
          <a:xfrm>
            <a:off x="6950536" y="5821680"/>
            <a:ext cx="3025485" cy="315152"/>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en-US" altLang="zh-CN" sz="1400" dirty="0" err="1">
                <a:hlinkClick r:id="rId3"/>
              </a:rPr>
              <a:t>TiDB</a:t>
            </a:r>
            <a:r>
              <a:rPr lang="en-US" altLang="zh-CN" sz="1400" dirty="0">
                <a:hlinkClick r:id="rId3"/>
              </a:rPr>
              <a:t> </a:t>
            </a:r>
            <a:r>
              <a:rPr lang="zh-CN" altLang="en-US" sz="1400" dirty="0">
                <a:hlinkClick r:id="rId3"/>
              </a:rPr>
              <a:t>整体架构 </a:t>
            </a:r>
            <a:r>
              <a:rPr lang="en-US" altLang="zh-CN" sz="1400" dirty="0">
                <a:hlinkClick r:id="rId3"/>
              </a:rPr>
              <a:t>| </a:t>
            </a:r>
            <a:r>
              <a:rPr lang="en-US" altLang="zh-CN" sz="1400" dirty="0" err="1">
                <a:hlinkClick r:id="rId3"/>
              </a:rPr>
              <a:t>PingCAP</a:t>
            </a:r>
            <a:r>
              <a:rPr lang="en-US" altLang="zh-CN" sz="1400" dirty="0">
                <a:hlinkClick r:id="rId3"/>
              </a:rPr>
              <a:t> </a:t>
            </a:r>
            <a:r>
              <a:rPr lang="zh-CN" altLang="en-US" sz="1400" dirty="0">
                <a:hlinkClick r:id="rId3"/>
              </a:rPr>
              <a:t>文档中心</a:t>
            </a:r>
            <a:endParaRPr lang="zh-CN" altLang="en-US" sz="1400" kern="1200" dirty="0">
              <a:solidFill>
                <a:schemeClr val="tx1"/>
              </a:solidFill>
              <a:latin typeface="+mn-lt"/>
              <a:ea typeface="+mn-ea"/>
              <a:cs typeface="+mn-cs"/>
            </a:endParaRPr>
          </a:p>
        </p:txBody>
      </p:sp>
    </p:spTree>
    <p:extLst>
      <p:ext uri="{BB962C8B-B14F-4D97-AF65-F5344CB8AC3E}">
        <p14:creationId xmlns:p14="http://schemas.microsoft.com/office/powerpoint/2010/main" val="306076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BB9F8-30B9-F6F2-4BE6-FF930E9F38A1}"/>
              </a:ext>
            </a:extLst>
          </p:cNvPr>
          <p:cNvSpPr>
            <a:spLocks noGrp="1"/>
          </p:cNvSpPr>
          <p:nvPr>
            <p:ph type="title"/>
          </p:nvPr>
        </p:nvSpPr>
        <p:spPr/>
        <p:txBody>
          <a:bodyPr/>
          <a:lstStyle/>
          <a:p>
            <a:r>
              <a:rPr lang="en-US" altLang="zh-CN" b="1" dirty="0"/>
              <a:t>OLAP</a:t>
            </a:r>
            <a:r>
              <a:rPr lang="zh-CN" altLang="en-US" b="1" dirty="0"/>
              <a:t>分类</a:t>
            </a:r>
          </a:p>
        </p:txBody>
      </p:sp>
      <p:sp>
        <p:nvSpPr>
          <p:cNvPr id="6" name="Date Placeholder 5">
            <a:extLst>
              <a:ext uri="{FF2B5EF4-FFF2-40B4-BE49-F238E27FC236}">
                <a16:creationId xmlns:a16="http://schemas.microsoft.com/office/drawing/2014/main" id="{139F7CF3-C3A7-FBA8-93DD-23E3C22E3418}"/>
              </a:ext>
            </a:extLst>
          </p:cNvPr>
          <p:cNvSpPr>
            <a:spLocks noGrp="1"/>
          </p:cNvSpPr>
          <p:nvPr>
            <p:ph type="dt" sz="half" idx="19"/>
          </p:nvPr>
        </p:nvSpPr>
        <p:spPr/>
        <p:txBody>
          <a:bodyPr/>
          <a:lstStyle/>
          <a:p>
            <a:fld id="{6DC83437-E207-4579-A2A2-747A3409FBDF}" type="datetime2">
              <a:rPr lang="zh-CN" altLang="en-US" smtClean="0"/>
              <a:t>2024年3月20日</a:t>
            </a:fld>
            <a:endParaRPr lang="zh-CN" altLang="en-US" dirty="0"/>
          </a:p>
        </p:txBody>
      </p:sp>
      <p:sp>
        <p:nvSpPr>
          <p:cNvPr id="7" name="Footer Placeholder 6">
            <a:extLst>
              <a:ext uri="{FF2B5EF4-FFF2-40B4-BE49-F238E27FC236}">
                <a16:creationId xmlns:a16="http://schemas.microsoft.com/office/drawing/2014/main" id="{DB6A7B1E-3372-518A-4A40-FD0D86C665BD}"/>
              </a:ext>
            </a:extLst>
          </p:cNvPr>
          <p:cNvSpPr>
            <a:spLocks noGrp="1"/>
          </p:cNvSpPr>
          <p:nvPr>
            <p:ph type="ftr" sz="quarter" idx="20"/>
          </p:nvPr>
        </p:nvSpPr>
        <p:spPr/>
        <p:txBody>
          <a:bodyPr/>
          <a:lstStyle/>
          <a:p>
            <a:endParaRPr lang="zh-CN" altLang="en-US" dirty="0"/>
          </a:p>
        </p:txBody>
      </p:sp>
      <p:sp>
        <p:nvSpPr>
          <p:cNvPr id="8" name="Slide Number Placeholder 7">
            <a:extLst>
              <a:ext uri="{FF2B5EF4-FFF2-40B4-BE49-F238E27FC236}">
                <a16:creationId xmlns:a16="http://schemas.microsoft.com/office/drawing/2014/main" id="{F3A6CAA5-A2F1-5DC6-EAB1-653A00C65775}"/>
              </a:ext>
            </a:extLst>
          </p:cNvPr>
          <p:cNvSpPr>
            <a:spLocks noGrp="1"/>
          </p:cNvSpPr>
          <p:nvPr>
            <p:ph type="sldNum" sz="quarter" idx="21"/>
          </p:nvPr>
        </p:nvSpPr>
        <p:spPr/>
        <p:txBody>
          <a:bodyPr/>
          <a:lstStyle/>
          <a:p>
            <a:fld id="{23AA811B-2EBD-4900-905E-5BE206449611}" type="slidenum">
              <a:rPr lang="en-US" altLang="zh-CN" smtClean="0"/>
              <a:pPr/>
              <a:t>11</a:t>
            </a:fld>
            <a:endParaRPr lang="zh-CN" altLang="en-US" dirty="0"/>
          </a:p>
        </p:txBody>
      </p:sp>
      <p:sp>
        <p:nvSpPr>
          <p:cNvPr id="19" name="TextBox 18">
            <a:extLst>
              <a:ext uri="{FF2B5EF4-FFF2-40B4-BE49-F238E27FC236}">
                <a16:creationId xmlns:a16="http://schemas.microsoft.com/office/drawing/2014/main" id="{A1A0F360-C770-65E4-9F39-1BC2CA5AE731}"/>
              </a:ext>
            </a:extLst>
          </p:cNvPr>
          <p:cNvSpPr txBox="1"/>
          <p:nvPr/>
        </p:nvSpPr>
        <p:spPr>
          <a:xfrm>
            <a:off x="432001" y="1707152"/>
            <a:ext cx="2707440" cy="1290804"/>
          </a:xfrm>
          <a:prstGeom prst="rect">
            <a:avLst/>
          </a:prstGeom>
          <a:noFill/>
        </p:spPr>
        <p:txBody>
          <a:bodyPr wrap="squar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en-US" altLang="zh-CN" sz="1600" b="1" kern="1200" dirty="0">
                <a:solidFill>
                  <a:schemeClr val="tx1"/>
                </a:solidFill>
                <a:latin typeface="+mn-lt"/>
                <a:ea typeface="+mn-ea"/>
                <a:cs typeface="+mn-cs"/>
              </a:rPr>
              <a:t>MOLAP</a:t>
            </a:r>
          </a:p>
          <a:p>
            <a:pPr marL="285750" indent="-285750">
              <a:lnSpc>
                <a:spcPct val="110000"/>
              </a:lnSpc>
              <a:spcBef>
                <a:spcPts val="300"/>
              </a:spcBef>
              <a:spcAft>
                <a:spcPts val="300"/>
              </a:spcAft>
              <a:buFont typeface="Wingdings" panose="05000000000000000000" pitchFamily="2" charset="2"/>
              <a:buChar char="Ø"/>
            </a:pPr>
            <a:r>
              <a:rPr lang="zh-CN" altLang="en-US" sz="1400" dirty="0">
                <a:solidFill>
                  <a:srgbClr val="FF0000"/>
                </a:solidFill>
              </a:rPr>
              <a:t>写入时预聚合，查询性能</a:t>
            </a:r>
            <a:r>
              <a:rPr lang="en-US" altLang="zh-CN" sz="1400" dirty="0">
                <a:solidFill>
                  <a:srgbClr val="FF0000"/>
                </a:solidFill>
              </a:rPr>
              <a:t>O(1)</a:t>
            </a:r>
          </a:p>
          <a:p>
            <a:pPr marL="285750" indent="-285750">
              <a:lnSpc>
                <a:spcPct val="110000"/>
              </a:lnSpc>
              <a:spcBef>
                <a:spcPts val="300"/>
              </a:spcBef>
              <a:spcAft>
                <a:spcPts val="300"/>
              </a:spcAft>
              <a:buFont typeface="Wingdings" panose="05000000000000000000" pitchFamily="2" charset="2"/>
              <a:buChar char="Ø"/>
            </a:pPr>
            <a:r>
              <a:rPr lang="zh-CN" altLang="en-US" sz="1400" dirty="0">
                <a:solidFill>
                  <a:schemeClr val="tx2"/>
                </a:solidFill>
              </a:rPr>
              <a:t>存储成本高</a:t>
            </a:r>
            <a:endParaRPr lang="en-US" altLang="zh-CN" sz="1400" dirty="0">
              <a:solidFill>
                <a:schemeClr val="tx2"/>
              </a:solidFill>
            </a:endParaRPr>
          </a:p>
          <a:p>
            <a:pPr marL="285750" indent="-285750">
              <a:lnSpc>
                <a:spcPct val="110000"/>
              </a:lnSpc>
              <a:spcBef>
                <a:spcPts val="300"/>
              </a:spcBef>
              <a:spcAft>
                <a:spcPts val="300"/>
              </a:spcAft>
              <a:buFont typeface="Wingdings" panose="05000000000000000000" pitchFamily="2" charset="2"/>
              <a:buChar char="Ø"/>
            </a:pPr>
            <a:r>
              <a:rPr lang="zh-CN" altLang="en-US" sz="1400" kern="1200" dirty="0">
                <a:solidFill>
                  <a:schemeClr val="tx2"/>
                </a:solidFill>
                <a:latin typeface="+mn-lt"/>
                <a:ea typeface="+mn-ea"/>
                <a:cs typeface="+mn-cs"/>
              </a:rPr>
              <a:t>不支持明细数据查询</a:t>
            </a:r>
          </a:p>
        </p:txBody>
      </p:sp>
      <p:sp>
        <p:nvSpPr>
          <p:cNvPr id="20" name="TextBox 19">
            <a:extLst>
              <a:ext uri="{FF2B5EF4-FFF2-40B4-BE49-F238E27FC236}">
                <a16:creationId xmlns:a16="http://schemas.microsoft.com/office/drawing/2014/main" id="{1F6D1E0E-2FED-D0B0-7E03-C178270BEFF5}"/>
              </a:ext>
            </a:extLst>
          </p:cNvPr>
          <p:cNvSpPr txBox="1"/>
          <p:nvPr/>
        </p:nvSpPr>
        <p:spPr>
          <a:xfrm>
            <a:off x="432000" y="3214643"/>
            <a:ext cx="2809040" cy="1290867"/>
          </a:xfrm>
          <a:prstGeom prst="rect">
            <a:avLst/>
          </a:prstGeom>
          <a:noFill/>
        </p:spPr>
        <p:txBody>
          <a:bodyPr wrap="squar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en-US" altLang="zh-CN" sz="1600" b="1" dirty="0"/>
              <a:t>R</a:t>
            </a:r>
            <a:r>
              <a:rPr lang="en-US" altLang="zh-CN" sz="1600" b="1" kern="1200" dirty="0">
                <a:solidFill>
                  <a:schemeClr val="tx1"/>
                </a:solidFill>
                <a:latin typeface="+mn-lt"/>
                <a:ea typeface="+mn-ea"/>
                <a:cs typeface="+mn-cs"/>
              </a:rPr>
              <a:t>OLAP</a:t>
            </a:r>
          </a:p>
          <a:p>
            <a:pPr marL="285750" indent="-285750" algn="l" defTabSz="914400" rtl="0" eaLnBrk="1" latinLnBrk="0" hangingPunct="1">
              <a:lnSpc>
                <a:spcPct val="110000"/>
              </a:lnSpc>
              <a:spcBef>
                <a:spcPts val="300"/>
              </a:spcBef>
              <a:spcAft>
                <a:spcPts val="300"/>
              </a:spcAft>
              <a:buFont typeface="Wingdings" panose="05000000000000000000" pitchFamily="2" charset="2"/>
              <a:buChar char="Ø"/>
            </a:pPr>
            <a:r>
              <a:rPr lang="zh-CN" altLang="en-US" sz="1400" dirty="0">
                <a:solidFill>
                  <a:srgbClr val="FF0000"/>
                </a:solidFill>
              </a:rPr>
              <a:t>实时计算，查询条件灵活</a:t>
            </a:r>
            <a:endParaRPr lang="en-US" altLang="zh-CN" sz="1400" dirty="0">
              <a:solidFill>
                <a:srgbClr val="FF0000"/>
              </a:solidFill>
            </a:endParaRPr>
          </a:p>
          <a:p>
            <a:pPr marL="285750" indent="-285750" algn="l" defTabSz="914400" rtl="0" eaLnBrk="1" latinLnBrk="0" hangingPunct="1">
              <a:lnSpc>
                <a:spcPct val="110000"/>
              </a:lnSpc>
              <a:spcBef>
                <a:spcPts val="300"/>
              </a:spcBef>
              <a:spcAft>
                <a:spcPts val="300"/>
              </a:spcAft>
              <a:buFont typeface="Wingdings" panose="05000000000000000000" pitchFamily="2" charset="2"/>
              <a:buChar char="Ø"/>
            </a:pPr>
            <a:r>
              <a:rPr lang="en-US" altLang="zh-CN" sz="1400" kern="1200" dirty="0">
                <a:latin typeface="+mn-lt"/>
                <a:ea typeface="+mn-ea"/>
                <a:cs typeface="+mn-cs"/>
              </a:rPr>
              <a:t>MPP</a:t>
            </a:r>
            <a:r>
              <a:rPr lang="zh-CN" altLang="en-US" sz="1400" kern="1200" dirty="0">
                <a:latin typeface="+mn-lt"/>
                <a:ea typeface="+mn-ea"/>
                <a:cs typeface="+mn-cs"/>
              </a:rPr>
              <a:t>架构（大型并行处理）</a:t>
            </a:r>
            <a:endParaRPr lang="en-US" altLang="zh-CN" sz="1400" kern="1200" dirty="0">
              <a:latin typeface="+mn-lt"/>
              <a:ea typeface="+mn-ea"/>
              <a:cs typeface="+mn-cs"/>
            </a:endParaRPr>
          </a:p>
          <a:p>
            <a:pPr marL="285750" indent="-285750" algn="l" defTabSz="914400" rtl="0" eaLnBrk="1" latinLnBrk="0" hangingPunct="1">
              <a:lnSpc>
                <a:spcPct val="110000"/>
              </a:lnSpc>
              <a:spcBef>
                <a:spcPts val="300"/>
              </a:spcBef>
              <a:spcAft>
                <a:spcPts val="300"/>
              </a:spcAft>
              <a:buFont typeface="Wingdings" panose="05000000000000000000" pitchFamily="2" charset="2"/>
              <a:buChar char="Ø"/>
            </a:pPr>
            <a:r>
              <a:rPr lang="zh-CN" altLang="en-US" sz="1400" dirty="0">
                <a:solidFill>
                  <a:schemeClr val="tx2"/>
                </a:solidFill>
              </a:rPr>
              <a:t>耗费计算资源</a:t>
            </a:r>
            <a:endParaRPr lang="zh-CN" altLang="en-US" sz="1400" kern="1200" dirty="0">
              <a:solidFill>
                <a:schemeClr val="tx2"/>
              </a:solidFill>
              <a:latin typeface="+mn-lt"/>
              <a:ea typeface="+mn-ea"/>
              <a:cs typeface="+mn-cs"/>
            </a:endParaRPr>
          </a:p>
        </p:txBody>
      </p:sp>
      <p:pic>
        <p:nvPicPr>
          <p:cNvPr id="4" name="Picture 3" descr="A diagram of a computer network&#10;&#10;Description automatically generated">
            <a:extLst>
              <a:ext uri="{FF2B5EF4-FFF2-40B4-BE49-F238E27FC236}">
                <a16:creationId xmlns:a16="http://schemas.microsoft.com/office/drawing/2014/main" id="{AEF526B6-DCBF-1909-B002-F805A90FC7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5600" y="207356"/>
            <a:ext cx="8804800" cy="607693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294180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63AD6D-4316-F27D-49A4-3593846B054C}"/>
              </a:ext>
            </a:extLst>
          </p:cNvPr>
          <p:cNvSpPr>
            <a:spLocks noGrp="1"/>
          </p:cNvSpPr>
          <p:nvPr>
            <p:ph type="body" sz="quarter" idx="19"/>
          </p:nvPr>
        </p:nvSpPr>
        <p:spPr>
          <a:xfrm>
            <a:off x="612775" y="229122"/>
            <a:ext cx="3461385" cy="2954880"/>
          </a:xfrm>
        </p:spPr>
        <p:txBody>
          <a:bodyPr/>
          <a:lstStyle/>
          <a:p>
            <a:pPr marL="0" indent="0">
              <a:buNone/>
            </a:pPr>
            <a:r>
              <a:rPr lang="en-US" altLang="zh-CN" sz="3200" b="1" dirty="0"/>
              <a:t>Apache Druid</a:t>
            </a:r>
            <a:endParaRPr lang="en-US" altLang="zh-CN" b="1" dirty="0"/>
          </a:p>
          <a:p>
            <a:pPr>
              <a:buClr>
                <a:srgbClr val="FF0000"/>
              </a:buClr>
              <a:buFont typeface="Wingdings" panose="05000000000000000000" pitchFamily="2" charset="2"/>
              <a:buChar char="Ø"/>
            </a:pPr>
            <a:r>
              <a:rPr lang="zh-CN" altLang="en-US" dirty="0">
                <a:solidFill>
                  <a:srgbClr val="FF0000"/>
                </a:solidFill>
              </a:rPr>
              <a:t>时序数据库</a:t>
            </a:r>
            <a:r>
              <a:rPr lang="en-US" altLang="zh-CN" dirty="0">
                <a:solidFill>
                  <a:srgbClr val="FF0000"/>
                </a:solidFill>
              </a:rPr>
              <a:t>+</a:t>
            </a:r>
            <a:r>
              <a:rPr lang="zh-CN" altLang="en-US" dirty="0">
                <a:solidFill>
                  <a:srgbClr val="FF0000"/>
                </a:solidFill>
              </a:rPr>
              <a:t>数据仓库</a:t>
            </a:r>
            <a:r>
              <a:rPr lang="en-US" altLang="zh-CN" dirty="0">
                <a:solidFill>
                  <a:srgbClr val="FF0000"/>
                </a:solidFill>
              </a:rPr>
              <a:t>+</a:t>
            </a:r>
            <a:r>
              <a:rPr lang="zh-CN" altLang="en-US" dirty="0">
                <a:solidFill>
                  <a:srgbClr val="FF0000"/>
                </a:solidFill>
              </a:rPr>
              <a:t>搜索引擎</a:t>
            </a:r>
            <a:endParaRPr lang="en-US" altLang="zh-CN" dirty="0">
              <a:solidFill>
                <a:srgbClr val="FF0000"/>
              </a:solidFill>
            </a:endParaRPr>
          </a:p>
          <a:p>
            <a:pPr lvl="1">
              <a:buClrTx/>
            </a:pPr>
            <a:r>
              <a:rPr lang="zh-CN" altLang="en-US" sz="1200" dirty="0"/>
              <a:t>字典</a:t>
            </a:r>
            <a:r>
              <a:rPr lang="en-US" altLang="zh-CN" sz="1200" dirty="0"/>
              <a:t>+</a:t>
            </a:r>
            <a:r>
              <a:rPr lang="zh-CN" altLang="en-US" sz="1200" dirty="0"/>
              <a:t>列数据</a:t>
            </a:r>
            <a:r>
              <a:rPr lang="en-US" altLang="zh-CN" sz="1200" dirty="0"/>
              <a:t>+bitmap</a:t>
            </a:r>
            <a:r>
              <a:rPr lang="zh-CN" altLang="en-US" sz="1200" dirty="0"/>
              <a:t>倒排索引</a:t>
            </a:r>
            <a:endParaRPr lang="en-US" altLang="zh-CN" sz="1200" dirty="0"/>
          </a:p>
          <a:p>
            <a:pPr>
              <a:buClr>
                <a:srgbClr val="FF0000"/>
              </a:buClr>
              <a:buFont typeface="Wingdings" panose="05000000000000000000" pitchFamily="2" charset="2"/>
              <a:buChar char="Ø"/>
            </a:pPr>
            <a:r>
              <a:rPr lang="en-US" altLang="zh-CN" dirty="0">
                <a:solidFill>
                  <a:srgbClr val="FF0000"/>
                </a:solidFill>
              </a:rPr>
              <a:t>PB</a:t>
            </a:r>
            <a:r>
              <a:rPr lang="zh-CN" altLang="en-US" dirty="0">
                <a:solidFill>
                  <a:srgbClr val="FF0000"/>
                </a:solidFill>
              </a:rPr>
              <a:t>级数据存储，每秒千级查询并发</a:t>
            </a:r>
            <a:endParaRPr lang="en-US" altLang="zh-CN" dirty="0">
              <a:solidFill>
                <a:srgbClr val="FF0000"/>
              </a:solidFill>
            </a:endParaRPr>
          </a:p>
          <a:p>
            <a:pPr>
              <a:buClrTx/>
              <a:buFont typeface="Wingdings" panose="05000000000000000000" pitchFamily="2" charset="2"/>
              <a:buChar char="Ø"/>
            </a:pPr>
            <a:r>
              <a:rPr lang="zh-CN" altLang="en-US" dirty="0"/>
              <a:t>预处理存储，不支持多表</a:t>
            </a:r>
            <a:r>
              <a:rPr lang="en-US" altLang="zh-CN" dirty="0"/>
              <a:t>join</a:t>
            </a:r>
            <a:r>
              <a:rPr lang="zh-CN" altLang="en-US" dirty="0"/>
              <a:t>，查询不够灵活</a:t>
            </a:r>
            <a:endParaRPr lang="en-US" altLang="zh-CN" dirty="0"/>
          </a:p>
          <a:p>
            <a:pPr>
              <a:buClrTx/>
              <a:buFont typeface="Wingdings" panose="05000000000000000000" pitchFamily="2" charset="2"/>
              <a:buChar char="Ø"/>
            </a:pPr>
            <a:r>
              <a:rPr lang="zh-CN" altLang="en-US" dirty="0"/>
              <a:t>架构较为复杂，部署运维成本高</a:t>
            </a:r>
            <a:endParaRPr lang="en-US" altLang="zh-CN" dirty="0"/>
          </a:p>
          <a:p>
            <a:pPr>
              <a:buClrTx/>
              <a:buFont typeface="Wingdings" panose="05000000000000000000" pitchFamily="2" charset="2"/>
              <a:buChar char="Ø"/>
            </a:pPr>
            <a:r>
              <a:rPr lang="zh-CN" altLang="en-US" b="0" i="0" dirty="0">
                <a:solidFill>
                  <a:srgbClr val="333333"/>
                </a:solidFill>
                <a:effectLst/>
                <a:latin typeface="Helvetica Neue"/>
              </a:rPr>
              <a:t>更改可能需要几分钟才能生效</a:t>
            </a:r>
            <a:endParaRPr lang="en-US" altLang="zh-CN" dirty="0"/>
          </a:p>
          <a:p>
            <a:endParaRPr lang="zh-CN" altLang="en-US" dirty="0"/>
          </a:p>
        </p:txBody>
      </p:sp>
      <p:sp>
        <p:nvSpPr>
          <p:cNvPr id="4" name="Text Placeholder 3">
            <a:extLst>
              <a:ext uri="{FF2B5EF4-FFF2-40B4-BE49-F238E27FC236}">
                <a16:creationId xmlns:a16="http://schemas.microsoft.com/office/drawing/2014/main" id="{37EA9EEE-A077-351D-F126-A1297B4268E4}"/>
              </a:ext>
            </a:extLst>
          </p:cNvPr>
          <p:cNvSpPr>
            <a:spLocks noGrp="1"/>
          </p:cNvSpPr>
          <p:nvPr>
            <p:ph type="body" sz="quarter" idx="20"/>
          </p:nvPr>
        </p:nvSpPr>
        <p:spPr>
          <a:xfrm>
            <a:off x="612775" y="3184002"/>
            <a:ext cx="4192905" cy="3176158"/>
          </a:xfrm>
        </p:spPr>
        <p:txBody>
          <a:bodyPr/>
          <a:lstStyle/>
          <a:p>
            <a:pPr marL="0" indent="0">
              <a:buNone/>
            </a:pPr>
            <a:r>
              <a:rPr lang="en-US" altLang="zh-CN" sz="3200" b="1" dirty="0"/>
              <a:t>Apache Doris</a:t>
            </a:r>
          </a:p>
          <a:p>
            <a:pPr marL="0" indent="0">
              <a:buNone/>
            </a:pPr>
            <a:r>
              <a:rPr lang="zh-CN" altLang="en-US" sz="1600" dirty="0"/>
              <a:t>商业化公司</a:t>
            </a:r>
            <a:r>
              <a:rPr lang="en-US" altLang="zh-CN" sz="1600" dirty="0" err="1"/>
              <a:t>SelectDB</a:t>
            </a:r>
            <a:r>
              <a:rPr lang="zh-CN" altLang="en-US" sz="1600" dirty="0"/>
              <a:t>、</a:t>
            </a:r>
            <a:r>
              <a:rPr lang="en-US" altLang="zh-CN" sz="1600" dirty="0" err="1"/>
              <a:t>StarRocks</a:t>
            </a:r>
            <a:endParaRPr lang="en-US" altLang="zh-CN" sz="1600" dirty="0"/>
          </a:p>
          <a:p>
            <a:pPr>
              <a:buClr>
                <a:srgbClr val="FF0000"/>
              </a:buClr>
              <a:buFont typeface="Wingdings" panose="05000000000000000000" pitchFamily="2" charset="2"/>
              <a:buChar char="Ø"/>
            </a:pPr>
            <a:r>
              <a:rPr lang="en-US" altLang="zh-CN" dirty="0">
                <a:solidFill>
                  <a:srgbClr val="FF0000"/>
                </a:solidFill>
              </a:rPr>
              <a:t>OLTP+OLAP: </a:t>
            </a:r>
            <a:r>
              <a:rPr lang="zh-CN" altLang="en-US" dirty="0">
                <a:solidFill>
                  <a:srgbClr val="FF0000"/>
                </a:solidFill>
              </a:rPr>
              <a:t>号称 </a:t>
            </a:r>
            <a:r>
              <a:rPr lang="en-US" altLang="zh-CN" dirty="0" err="1">
                <a:solidFill>
                  <a:srgbClr val="FF0000"/>
                </a:solidFill>
              </a:rPr>
              <a:t>Druid+TiDB</a:t>
            </a:r>
            <a:r>
              <a:rPr lang="zh-CN" altLang="en-US" dirty="0">
                <a:solidFill>
                  <a:srgbClr val="FF0000"/>
                </a:solidFill>
              </a:rPr>
              <a:t>的结合</a:t>
            </a:r>
            <a:endParaRPr lang="en-US" altLang="zh-CN" dirty="0">
              <a:solidFill>
                <a:srgbClr val="FF0000"/>
              </a:solidFill>
            </a:endParaRPr>
          </a:p>
          <a:p>
            <a:pPr>
              <a:buClr>
                <a:srgbClr val="FF0000"/>
              </a:buClr>
              <a:buFont typeface="Wingdings" panose="05000000000000000000" pitchFamily="2" charset="2"/>
              <a:buChar char="Ø"/>
            </a:pPr>
            <a:r>
              <a:rPr lang="zh-CN" altLang="en-US" dirty="0">
                <a:solidFill>
                  <a:srgbClr val="FF0000"/>
                </a:solidFill>
              </a:rPr>
              <a:t>性能媲美</a:t>
            </a:r>
            <a:r>
              <a:rPr lang="en-US" altLang="zh-CN" dirty="0">
                <a:solidFill>
                  <a:srgbClr val="FF0000"/>
                </a:solidFill>
              </a:rPr>
              <a:t>CK </a:t>
            </a:r>
            <a:r>
              <a:rPr lang="zh-CN" altLang="en-US" dirty="0">
                <a:solidFill>
                  <a:srgbClr val="FF0000"/>
                </a:solidFill>
              </a:rPr>
              <a:t>（</a:t>
            </a:r>
            <a:r>
              <a:rPr lang="en-US" altLang="zh-CN" dirty="0" err="1">
                <a:solidFill>
                  <a:srgbClr val="FF0000"/>
                </a:solidFill>
              </a:rPr>
              <a:t>ClickBench</a:t>
            </a:r>
            <a:r>
              <a:rPr lang="zh-CN" altLang="en-US" dirty="0">
                <a:solidFill>
                  <a:srgbClr val="FF0000"/>
                </a:solidFill>
              </a:rPr>
              <a:t>跑分数据，</a:t>
            </a:r>
            <a:r>
              <a:rPr lang="en-US" altLang="zh-CN" dirty="0">
                <a:solidFill>
                  <a:srgbClr val="FF0000"/>
                </a:solidFill>
              </a:rPr>
              <a:t>3000</a:t>
            </a:r>
            <a:r>
              <a:rPr lang="zh-CN" altLang="en-US" dirty="0">
                <a:solidFill>
                  <a:srgbClr val="FF0000"/>
                </a:solidFill>
              </a:rPr>
              <a:t>倍</a:t>
            </a:r>
            <a:r>
              <a:rPr lang="en-US" altLang="zh-CN" dirty="0">
                <a:solidFill>
                  <a:srgbClr val="FF0000"/>
                </a:solidFill>
              </a:rPr>
              <a:t>Aurora</a:t>
            </a:r>
            <a:r>
              <a:rPr lang="zh-CN" altLang="en-US" dirty="0">
                <a:solidFill>
                  <a:srgbClr val="FF0000"/>
                </a:solidFill>
              </a:rPr>
              <a:t>）</a:t>
            </a:r>
            <a:endParaRPr lang="en-US" altLang="zh-CN" dirty="0">
              <a:solidFill>
                <a:srgbClr val="FF0000"/>
              </a:solidFill>
            </a:endParaRPr>
          </a:p>
          <a:p>
            <a:pPr lvl="1">
              <a:buClr>
                <a:srgbClr val="FF0000"/>
              </a:buClr>
              <a:buFont typeface="Wingdings" panose="05000000000000000000" pitchFamily="2" charset="2"/>
              <a:buChar char="Ø"/>
            </a:pPr>
            <a:r>
              <a:rPr lang="en-US" altLang="zh-CN" sz="1200" dirty="0">
                <a:solidFill>
                  <a:srgbClr val="FF0000"/>
                </a:solidFill>
              </a:rPr>
              <a:t>1w+</a:t>
            </a:r>
            <a:r>
              <a:rPr lang="zh-CN" altLang="en-US" sz="1200" dirty="0">
                <a:solidFill>
                  <a:srgbClr val="FF0000"/>
                </a:solidFill>
              </a:rPr>
              <a:t>并发查询，单机</a:t>
            </a:r>
            <a:r>
              <a:rPr lang="en-US" altLang="zh-CN" sz="1200" dirty="0">
                <a:solidFill>
                  <a:srgbClr val="FF0000"/>
                </a:solidFill>
              </a:rPr>
              <a:t>100MB+/s</a:t>
            </a:r>
          </a:p>
          <a:p>
            <a:pPr lvl="1">
              <a:buClr>
                <a:srgbClr val="FF0000"/>
              </a:buClr>
              <a:buFont typeface="Wingdings" panose="05000000000000000000" pitchFamily="2" charset="2"/>
              <a:buChar char="Ø"/>
            </a:pPr>
            <a:r>
              <a:rPr lang="en-US" altLang="zh-CN" sz="1200" dirty="0">
                <a:solidFill>
                  <a:srgbClr val="FF0000"/>
                </a:solidFill>
              </a:rPr>
              <a:t>PB</a:t>
            </a:r>
            <a:r>
              <a:rPr lang="zh-CN" altLang="en-US" sz="1200" dirty="0">
                <a:solidFill>
                  <a:srgbClr val="FF0000"/>
                </a:solidFill>
              </a:rPr>
              <a:t>级规模</a:t>
            </a:r>
            <a:endParaRPr lang="en-US" altLang="zh-CN" sz="1200" dirty="0">
              <a:solidFill>
                <a:srgbClr val="FF0000"/>
              </a:solidFill>
            </a:endParaRPr>
          </a:p>
          <a:p>
            <a:pPr>
              <a:buClr>
                <a:srgbClr val="FF0000"/>
              </a:buClr>
              <a:buFont typeface="Wingdings" panose="05000000000000000000" pitchFamily="2" charset="2"/>
              <a:buChar char="Ø"/>
            </a:pPr>
            <a:r>
              <a:rPr lang="zh-CN" altLang="en-US" dirty="0">
                <a:solidFill>
                  <a:srgbClr val="FF0000"/>
                </a:solidFill>
              </a:rPr>
              <a:t>弹性伸缩、高度自治，运维方便</a:t>
            </a:r>
            <a:endParaRPr lang="en-US" altLang="zh-CN" dirty="0">
              <a:solidFill>
                <a:srgbClr val="FF0000"/>
              </a:solidFill>
            </a:endParaRPr>
          </a:p>
          <a:p>
            <a:pPr>
              <a:buFont typeface="Wingdings" panose="05000000000000000000" pitchFamily="2" charset="2"/>
              <a:buChar char="Ø"/>
            </a:pPr>
            <a:r>
              <a:rPr lang="zh-CN" altLang="en-US" dirty="0">
                <a:solidFill>
                  <a:schemeClr val="tx2"/>
                </a:solidFill>
              </a:rPr>
              <a:t>稳定性存疑 </a:t>
            </a:r>
            <a:r>
              <a:rPr lang="zh-CN" altLang="en-US" dirty="0"/>
              <a:t>（</a:t>
            </a:r>
            <a:r>
              <a:rPr lang="en-US" altLang="zh-CN" b="0" i="0" dirty="0" err="1">
                <a:effectLst/>
                <a:latin typeface="system-ui"/>
              </a:rPr>
              <a:t>Greeplum</a:t>
            </a:r>
            <a:r>
              <a:rPr lang="en-US" altLang="zh-CN" b="0" i="0" dirty="0">
                <a:effectLst/>
                <a:latin typeface="system-ui"/>
              </a:rPr>
              <a:t> </a:t>
            </a:r>
            <a:r>
              <a:rPr lang="zh-CN" altLang="en-US" b="0" i="0" dirty="0">
                <a:effectLst/>
                <a:latin typeface="system-ui"/>
              </a:rPr>
              <a:t>基于 </a:t>
            </a:r>
            <a:r>
              <a:rPr lang="en-US" altLang="zh-CN" dirty="0" err="1">
                <a:latin typeface="system-ui"/>
              </a:rPr>
              <a:t>P</a:t>
            </a:r>
            <a:r>
              <a:rPr lang="en-US" altLang="zh-CN" b="0" i="0" dirty="0" err="1">
                <a:effectLst/>
                <a:latin typeface="system-ui"/>
              </a:rPr>
              <a:t>ostgresql</a:t>
            </a:r>
            <a:r>
              <a:rPr lang="zh-CN" altLang="en-US" dirty="0"/>
              <a:t>）</a:t>
            </a:r>
            <a:endParaRPr lang="en-US" altLang="zh-CN" dirty="0"/>
          </a:p>
        </p:txBody>
      </p:sp>
      <p:sp>
        <p:nvSpPr>
          <p:cNvPr id="8" name="Date Placeholder 7">
            <a:extLst>
              <a:ext uri="{FF2B5EF4-FFF2-40B4-BE49-F238E27FC236}">
                <a16:creationId xmlns:a16="http://schemas.microsoft.com/office/drawing/2014/main" id="{F4A8E736-7581-00FC-BEAF-E1B92094D731}"/>
              </a:ext>
            </a:extLst>
          </p:cNvPr>
          <p:cNvSpPr>
            <a:spLocks noGrp="1"/>
          </p:cNvSpPr>
          <p:nvPr>
            <p:ph type="dt" sz="half" idx="25"/>
          </p:nvPr>
        </p:nvSpPr>
        <p:spPr/>
        <p:txBody>
          <a:bodyPr/>
          <a:lstStyle/>
          <a:p>
            <a:fld id="{36320209-A165-4CA8-A2FC-133449CE14CF}" type="datetime2">
              <a:rPr lang="zh-CN" altLang="en-US" smtClean="0"/>
              <a:t>2024年3月20日</a:t>
            </a:fld>
            <a:endParaRPr lang="zh-CN" altLang="en-US" dirty="0"/>
          </a:p>
        </p:txBody>
      </p:sp>
      <p:sp>
        <p:nvSpPr>
          <p:cNvPr id="9" name="Footer Placeholder 8">
            <a:extLst>
              <a:ext uri="{FF2B5EF4-FFF2-40B4-BE49-F238E27FC236}">
                <a16:creationId xmlns:a16="http://schemas.microsoft.com/office/drawing/2014/main" id="{68849BD8-4712-AF21-1DF3-6E2749233860}"/>
              </a:ext>
            </a:extLst>
          </p:cNvPr>
          <p:cNvSpPr>
            <a:spLocks noGrp="1"/>
          </p:cNvSpPr>
          <p:nvPr>
            <p:ph type="ftr" sz="quarter" idx="26"/>
          </p:nvPr>
        </p:nvSpPr>
        <p:spPr/>
        <p:txBody>
          <a:bodyPr/>
          <a:lstStyle/>
          <a:p>
            <a:endParaRPr lang="zh-CN" altLang="en-US" dirty="0"/>
          </a:p>
        </p:txBody>
      </p:sp>
      <p:sp>
        <p:nvSpPr>
          <p:cNvPr id="10" name="Slide Number Placeholder 9">
            <a:extLst>
              <a:ext uri="{FF2B5EF4-FFF2-40B4-BE49-F238E27FC236}">
                <a16:creationId xmlns:a16="http://schemas.microsoft.com/office/drawing/2014/main" id="{763D118A-1D93-40C7-F104-F94094368666}"/>
              </a:ext>
            </a:extLst>
          </p:cNvPr>
          <p:cNvSpPr>
            <a:spLocks noGrp="1"/>
          </p:cNvSpPr>
          <p:nvPr>
            <p:ph type="sldNum" sz="quarter" idx="27"/>
          </p:nvPr>
        </p:nvSpPr>
        <p:spPr/>
        <p:txBody>
          <a:bodyPr/>
          <a:lstStyle/>
          <a:p>
            <a:fld id="{23AA811B-2EBD-4900-905E-5BE206449611}" type="slidenum">
              <a:rPr lang="en-US" altLang="zh-CN" smtClean="0"/>
              <a:pPr/>
              <a:t>12</a:t>
            </a:fld>
            <a:endParaRPr lang="zh-CN" altLang="en-US" dirty="0"/>
          </a:p>
        </p:txBody>
      </p:sp>
      <p:pic>
        <p:nvPicPr>
          <p:cNvPr id="12" name="Picture 11">
            <a:extLst>
              <a:ext uri="{FF2B5EF4-FFF2-40B4-BE49-F238E27FC236}">
                <a16:creationId xmlns:a16="http://schemas.microsoft.com/office/drawing/2014/main" id="{78705EDD-4D3A-E4C2-F18D-441A3F73F3EE}"/>
              </a:ext>
            </a:extLst>
          </p:cNvPr>
          <p:cNvPicPr>
            <a:picLocks noChangeAspect="1"/>
          </p:cNvPicPr>
          <p:nvPr/>
        </p:nvPicPr>
        <p:blipFill>
          <a:blip r:embed="rId3"/>
          <a:stretch>
            <a:fillRect/>
          </a:stretch>
        </p:blipFill>
        <p:spPr>
          <a:xfrm>
            <a:off x="5564504" y="61289"/>
            <a:ext cx="4733925" cy="3065131"/>
          </a:xfrm>
          <a:prstGeom prst="rect">
            <a:avLst/>
          </a:prstGeom>
        </p:spPr>
      </p:pic>
      <p:pic>
        <p:nvPicPr>
          <p:cNvPr id="14" name="Picture 13">
            <a:extLst>
              <a:ext uri="{FF2B5EF4-FFF2-40B4-BE49-F238E27FC236}">
                <a16:creationId xmlns:a16="http://schemas.microsoft.com/office/drawing/2014/main" id="{9D0AA8A1-7543-C0AA-704B-65E0308C90CD}"/>
              </a:ext>
            </a:extLst>
          </p:cNvPr>
          <p:cNvPicPr>
            <a:picLocks noChangeAspect="1"/>
          </p:cNvPicPr>
          <p:nvPr/>
        </p:nvPicPr>
        <p:blipFill>
          <a:blip r:embed="rId4"/>
          <a:stretch>
            <a:fillRect/>
          </a:stretch>
        </p:blipFill>
        <p:spPr>
          <a:xfrm>
            <a:off x="4470082" y="3092962"/>
            <a:ext cx="7539450" cy="2897326"/>
          </a:xfrm>
          <a:prstGeom prst="rect">
            <a:avLst/>
          </a:prstGeom>
        </p:spPr>
      </p:pic>
      <p:sp>
        <p:nvSpPr>
          <p:cNvPr id="2" name="TextBox 1">
            <a:extLst>
              <a:ext uri="{FF2B5EF4-FFF2-40B4-BE49-F238E27FC236}">
                <a16:creationId xmlns:a16="http://schemas.microsoft.com/office/drawing/2014/main" id="{C8C7888D-3579-B0F9-C81F-351CD17939D3}"/>
              </a:ext>
            </a:extLst>
          </p:cNvPr>
          <p:cNvSpPr txBox="1"/>
          <p:nvPr/>
        </p:nvSpPr>
        <p:spPr>
          <a:xfrm>
            <a:off x="6621266" y="6009328"/>
            <a:ext cx="3237081" cy="315152"/>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en-US" altLang="zh-CN" sz="1400" dirty="0">
                <a:hlinkClick r:id="rId5"/>
              </a:rPr>
              <a:t>Doris </a:t>
            </a:r>
            <a:r>
              <a:rPr lang="zh-CN" altLang="en-US" sz="1400" dirty="0">
                <a:hlinkClick r:id="rId5"/>
              </a:rPr>
              <a:t>介绍</a:t>
            </a:r>
            <a:r>
              <a:rPr lang="en-US" altLang="zh-CN" sz="1400" dirty="0">
                <a:hlinkClick r:id="rId5"/>
              </a:rPr>
              <a:t> | </a:t>
            </a:r>
            <a:r>
              <a:rPr lang="zh-CN" altLang="en-US" sz="1400" dirty="0">
                <a:hlinkClick r:id="rId5"/>
              </a:rPr>
              <a:t>使用场景 </a:t>
            </a:r>
            <a:r>
              <a:rPr lang="en-US" altLang="zh-CN" sz="1400" dirty="0">
                <a:hlinkClick r:id="rId5"/>
              </a:rPr>
              <a:t>- Apache Doris</a:t>
            </a:r>
            <a:endParaRPr lang="zh-CN" altLang="en-US" sz="1400" kern="1200" dirty="0" err="1">
              <a:solidFill>
                <a:schemeClr val="tx1"/>
              </a:solidFill>
              <a:latin typeface="+mn-lt"/>
              <a:ea typeface="+mn-ea"/>
              <a:cs typeface="+mn-cs"/>
            </a:endParaRPr>
          </a:p>
        </p:txBody>
      </p:sp>
    </p:spTree>
    <p:extLst>
      <p:ext uri="{BB962C8B-B14F-4D97-AF65-F5344CB8AC3E}">
        <p14:creationId xmlns:p14="http://schemas.microsoft.com/office/powerpoint/2010/main" val="344594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880B-3EAC-F920-E2B2-0AD87CC62D64}"/>
              </a:ext>
            </a:extLst>
          </p:cNvPr>
          <p:cNvSpPr>
            <a:spLocks noGrp="1"/>
          </p:cNvSpPr>
          <p:nvPr>
            <p:ph type="title"/>
          </p:nvPr>
        </p:nvSpPr>
        <p:spPr>
          <a:xfrm>
            <a:off x="432000" y="475605"/>
            <a:ext cx="3560400" cy="986400"/>
          </a:xfrm>
        </p:spPr>
        <p:txBody>
          <a:bodyPr/>
          <a:lstStyle/>
          <a:p>
            <a:r>
              <a:rPr lang="en-US" altLang="zh-CN" b="1" dirty="0"/>
              <a:t>Snowflake</a:t>
            </a:r>
            <a:endParaRPr lang="zh-CN" altLang="en-US" b="1" dirty="0"/>
          </a:p>
        </p:txBody>
      </p:sp>
      <p:sp>
        <p:nvSpPr>
          <p:cNvPr id="3" name="Content Placeholder 2">
            <a:extLst>
              <a:ext uri="{FF2B5EF4-FFF2-40B4-BE49-F238E27FC236}">
                <a16:creationId xmlns:a16="http://schemas.microsoft.com/office/drawing/2014/main" id="{B41606F2-B195-BB95-ABE9-7B47F96F0610}"/>
              </a:ext>
            </a:extLst>
          </p:cNvPr>
          <p:cNvSpPr>
            <a:spLocks noGrp="1"/>
          </p:cNvSpPr>
          <p:nvPr>
            <p:ph idx="1"/>
          </p:nvPr>
        </p:nvSpPr>
        <p:spPr>
          <a:xfrm>
            <a:off x="425440" y="1601199"/>
            <a:ext cx="3440957" cy="3925841"/>
          </a:xfrm>
        </p:spPr>
        <p:txBody>
          <a:bodyPr/>
          <a:lstStyle/>
          <a:p>
            <a:pPr marL="0" indent="0">
              <a:buNone/>
            </a:pPr>
            <a:r>
              <a:rPr lang="zh-CN" altLang="en-US" sz="1600" b="1" dirty="0"/>
              <a:t>特性</a:t>
            </a:r>
            <a:endParaRPr lang="en-US" altLang="zh-CN" sz="1600" b="1" dirty="0"/>
          </a:p>
          <a:p>
            <a:pPr lvl="1">
              <a:buClrTx/>
              <a:buFont typeface="Wingdings" panose="05000000000000000000" pitchFamily="2" charset="2"/>
              <a:buChar char="Ø"/>
            </a:pPr>
            <a:r>
              <a:rPr lang="zh-CN" altLang="en-US" b="1" dirty="0"/>
              <a:t>云原生</a:t>
            </a:r>
            <a:r>
              <a:rPr lang="zh-CN" altLang="en-US" dirty="0"/>
              <a:t>，</a:t>
            </a:r>
            <a:r>
              <a:rPr lang="en-US" altLang="zh-CN" dirty="0"/>
              <a:t>snowflake</a:t>
            </a:r>
            <a:r>
              <a:rPr lang="zh-CN" altLang="en-US" dirty="0"/>
              <a:t>的优势用一句概况就是用现有云组件组装出的数据仓库服务</a:t>
            </a:r>
          </a:p>
          <a:p>
            <a:pPr lvl="1">
              <a:buClrTx/>
              <a:buFont typeface="Wingdings" panose="05000000000000000000" pitchFamily="2" charset="2"/>
              <a:buChar char="Ø"/>
            </a:pPr>
            <a:r>
              <a:rPr lang="en-US" altLang="zh-CN" dirty="0"/>
              <a:t>multi-cluster + shared data</a:t>
            </a:r>
            <a:r>
              <a:rPr lang="zh-CN" altLang="en-US" dirty="0"/>
              <a:t>架构，</a:t>
            </a:r>
            <a:r>
              <a:rPr lang="en-US" altLang="zh-CN" dirty="0"/>
              <a:t>AP</a:t>
            </a:r>
          </a:p>
          <a:p>
            <a:pPr lvl="1">
              <a:buClrTx/>
              <a:buFont typeface="Wingdings" panose="05000000000000000000" pitchFamily="2" charset="2"/>
              <a:buChar char="Ø"/>
            </a:pPr>
            <a:r>
              <a:rPr lang="zh-CN" altLang="en-US" dirty="0"/>
              <a:t>整体架构分为</a:t>
            </a:r>
            <a:r>
              <a:rPr lang="en-US" altLang="zh-CN" dirty="0"/>
              <a:t>3</a:t>
            </a:r>
            <a:r>
              <a:rPr lang="zh-CN" altLang="en-US" dirty="0"/>
              <a:t>层：</a:t>
            </a:r>
            <a:r>
              <a:rPr lang="en-US" altLang="zh-CN" dirty="0"/>
              <a:t>Cloud </a:t>
            </a:r>
            <a:r>
              <a:rPr lang="en-US" altLang="zh-CN" dirty="0" err="1"/>
              <a:t>Servier</a:t>
            </a:r>
            <a:r>
              <a:rPr lang="en-US" altLang="zh-CN" dirty="0"/>
              <a:t> -&gt; </a:t>
            </a:r>
            <a:r>
              <a:rPr lang="en-US" altLang="zh-CN" dirty="0" err="1"/>
              <a:t>Virture</a:t>
            </a:r>
            <a:r>
              <a:rPr lang="en-US" altLang="zh-CN" dirty="0"/>
              <a:t> Warehouse -&gt; Data Storage, </a:t>
            </a:r>
            <a:r>
              <a:rPr lang="zh-CN" altLang="en-US" dirty="0"/>
              <a:t>各层通过</a:t>
            </a:r>
            <a:r>
              <a:rPr lang="en-US" altLang="zh-CN" dirty="0"/>
              <a:t>restful </a:t>
            </a:r>
            <a:r>
              <a:rPr lang="en-US" altLang="zh-CN" dirty="0" err="1"/>
              <a:t>api</a:t>
            </a:r>
            <a:r>
              <a:rPr lang="zh-CN" altLang="en-US" dirty="0"/>
              <a:t>进行交互 </a:t>
            </a:r>
          </a:p>
          <a:p>
            <a:pPr lvl="1">
              <a:buClrTx/>
              <a:buFont typeface="Wingdings" panose="05000000000000000000" pitchFamily="2" charset="2"/>
              <a:buChar char="Ø"/>
            </a:pPr>
            <a:r>
              <a:rPr lang="zh-CN" altLang="en-US" dirty="0"/>
              <a:t>数据链路：</a:t>
            </a:r>
            <a:r>
              <a:rPr lang="en-US" altLang="zh-CN" dirty="0"/>
              <a:t>S3-&gt;SSD-&gt;Memory</a:t>
            </a:r>
          </a:p>
          <a:p>
            <a:pPr lvl="1">
              <a:buClrTx/>
              <a:buFont typeface="Wingdings" panose="05000000000000000000" pitchFamily="2" charset="2"/>
              <a:buChar char="Ø"/>
            </a:pPr>
            <a:r>
              <a:rPr lang="zh-CN" altLang="en-US" b="1" dirty="0"/>
              <a:t>实时弹性</a:t>
            </a:r>
            <a:r>
              <a:rPr lang="zh-CN" altLang="en-US" dirty="0"/>
              <a:t>，不需要的时候几乎</a:t>
            </a:r>
            <a:r>
              <a:rPr lang="en-US" altLang="zh-CN" dirty="0"/>
              <a:t>0</a:t>
            </a:r>
            <a:r>
              <a:rPr lang="zh-CN" altLang="en-US" dirty="0"/>
              <a:t>成本</a:t>
            </a:r>
          </a:p>
          <a:p>
            <a:pPr lvl="1">
              <a:buClrTx/>
              <a:buFont typeface="Wingdings" panose="05000000000000000000" pitchFamily="2" charset="2"/>
              <a:buChar char="Ø"/>
            </a:pPr>
            <a:r>
              <a:rPr lang="zh-CN" altLang="en-US" b="1" dirty="0"/>
              <a:t>自动运维</a:t>
            </a:r>
            <a:r>
              <a:rPr lang="zh-CN" altLang="en-US" dirty="0"/>
              <a:t>：只有一个参数可设置</a:t>
            </a:r>
          </a:p>
        </p:txBody>
      </p:sp>
      <p:sp>
        <p:nvSpPr>
          <p:cNvPr id="4" name="Content Placeholder 3">
            <a:extLst>
              <a:ext uri="{FF2B5EF4-FFF2-40B4-BE49-F238E27FC236}">
                <a16:creationId xmlns:a16="http://schemas.microsoft.com/office/drawing/2014/main" id="{040AF7B0-2E14-3221-F277-1F902BD471F5}"/>
              </a:ext>
            </a:extLst>
          </p:cNvPr>
          <p:cNvSpPr>
            <a:spLocks noGrp="1"/>
          </p:cNvSpPr>
          <p:nvPr>
            <p:ph sz="half" idx="2"/>
          </p:nvPr>
        </p:nvSpPr>
        <p:spPr>
          <a:xfrm>
            <a:off x="4314825" y="4907280"/>
            <a:ext cx="7442775" cy="1146492"/>
          </a:xfrm>
        </p:spPr>
        <p:txBody>
          <a:bodyPr/>
          <a:lstStyle/>
          <a:p>
            <a:pPr>
              <a:buClrTx/>
            </a:pPr>
            <a:r>
              <a:rPr lang="en-US" altLang="zh-CN" i="1" dirty="0"/>
              <a:t>2020</a:t>
            </a:r>
            <a:r>
              <a:rPr lang="zh-CN" altLang="en-US" i="1" dirty="0"/>
              <a:t>年最大</a:t>
            </a:r>
            <a:r>
              <a:rPr lang="en-US" altLang="zh-CN" i="1" dirty="0"/>
              <a:t>IPO</a:t>
            </a:r>
            <a:r>
              <a:rPr lang="zh-CN" altLang="en-US" i="1" dirty="0"/>
              <a:t>，</a:t>
            </a:r>
            <a:r>
              <a:rPr lang="en-US" altLang="zh-CN" i="1" dirty="0"/>
              <a:t>Snowflake</a:t>
            </a:r>
            <a:r>
              <a:rPr lang="zh-CN" altLang="en-US" i="1" dirty="0"/>
              <a:t> </a:t>
            </a:r>
            <a:r>
              <a:rPr lang="en-US" altLang="zh-CN" i="1" dirty="0"/>
              <a:t>IPO</a:t>
            </a:r>
            <a:r>
              <a:rPr lang="zh-CN" altLang="en-US" i="1" dirty="0"/>
              <a:t>后市值</a:t>
            </a:r>
            <a:r>
              <a:rPr lang="en-US" altLang="zh-CN" i="1" dirty="0"/>
              <a:t>700</a:t>
            </a:r>
            <a:r>
              <a:rPr lang="zh-CN" altLang="en-US" i="1" dirty="0"/>
              <a:t>亿美金，让其成为有史以来最大的软件行业</a:t>
            </a:r>
            <a:r>
              <a:rPr lang="en-US" altLang="zh-CN" i="1" dirty="0"/>
              <a:t>IPO</a:t>
            </a:r>
          </a:p>
          <a:p>
            <a:pPr>
              <a:buClrTx/>
            </a:pPr>
            <a:r>
              <a:rPr lang="zh-CN" altLang="en-US" i="1" dirty="0"/>
              <a:t>巴菲特投资</a:t>
            </a:r>
            <a:endParaRPr lang="en-US" altLang="zh-CN" i="1" dirty="0"/>
          </a:p>
          <a:p>
            <a:pPr>
              <a:buClrTx/>
            </a:pPr>
            <a:r>
              <a:rPr lang="en-US" altLang="zh-CN" i="1" dirty="0"/>
              <a:t>Multi cloud: </a:t>
            </a:r>
            <a:r>
              <a:rPr lang="zh-CN" altLang="en-US" i="1" dirty="0"/>
              <a:t>与</a:t>
            </a:r>
            <a:r>
              <a:rPr lang="en-US" altLang="zh-CN" i="1" dirty="0"/>
              <a:t>Amazon AWS</a:t>
            </a:r>
            <a:r>
              <a:rPr lang="zh-CN" altLang="en-US" i="1" dirty="0"/>
              <a:t>、</a:t>
            </a:r>
            <a:r>
              <a:rPr lang="en-US" altLang="zh-CN" i="1" dirty="0"/>
              <a:t>Microsoft Azure</a:t>
            </a:r>
            <a:r>
              <a:rPr lang="zh-CN" altLang="en-US" i="1" dirty="0"/>
              <a:t>、</a:t>
            </a:r>
            <a:r>
              <a:rPr lang="en-US" altLang="zh-CN" i="1" dirty="0"/>
              <a:t>Google Cloud Platform</a:t>
            </a:r>
            <a:r>
              <a:rPr lang="zh-CN" altLang="en-US" i="1" dirty="0"/>
              <a:t>兼容</a:t>
            </a:r>
          </a:p>
        </p:txBody>
      </p:sp>
      <p:sp>
        <p:nvSpPr>
          <p:cNvPr id="5" name="Date Placeholder 4">
            <a:extLst>
              <a:ext uri="{FF2B5EF4-FFF2-40B4-BE49-F238E27FC236}">
                <a16:creationId xmlns:a16="http://schemas.microsoft.com/office/drawing/2014/main" id="{437075C4-DBF9-F51F-2D15-2D3FF4B54A7E}"/>
              </a:ext>
            </a:extLst>
          </p:cNvPr>
          <p:cNvSpPr>
            <a:spLocks noGrp="1"/>
          </p:cNvSpPr>
          <p:nvPr>
            <p:ph type="dt" sz="half" idx="10"/>
          </p:nvPr>
        </p:nvSpPr>
        <p:spPr/>
        <p:txBody>
          <a:bodyPr/>
          <a:lstStyle/>
          <a:p>
            <a:fld id="{B59E1929-9241-41E0-A58C-2849B8FE17AB}"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948EA486-EFF4-99F2-A692-216FAAA8D496}"/>
              </a:ext>
            </a:extLst>
          </p:cNvPr>
          <p:cNvSpPr>
            <a:spLocks noGrp="1"/>
          </p:cNvSpPr>
          <p:nvPr>
            <p:ph type="ftr" sz="quarter" idx="11"/>
          </p:nvPr>
        </p:nvSpPr>
        <p:spPr/>
        <p:txBody>
          <a:bodyPr/>
          <a:lstStyle/>
          <a:p>
            <a:endParaRPr lang="zh-CN" altLang="en-US" dirty="0"/>
          </a:p>
        </p:txBody>
      </p:sp>
      <p:sp>
        <p:nvSpPr>
          <p:cNvPr id="7" name="Slide Number Placeholder 6">
            <a:extLst>
              <a:ext uri="{FF2B5EF4-FFF2-40B4-BE49-F238E27FC236}">
                <a16:creationId xmlns:a16="http://schemas.microsoft.com/office/drawing/2014/main" id="{DA4F4D48-355D-9AE8-598D-BBB3E9443F3F}"/>
              </a:ext>
            </a:extLst>
          </p:cNvPr>
          <p:cNvSpPr>
            <a:spLocks noGrp="1"/>
          </p:cNvSpPr>
          <p:nvPr>
            <p:ph type="sldNum" sz="quarter" idx="12"/>
          </p:nvPr>
        </p:nvSpPr>
        <p:spPr/>
        <p:txBody>
          <a:bodyPr/>
          <a:lstStyle/>
          <a:p>
            <a:fld id="{23AA811B-2EBD-4900-905E-5BE206449611}" type="slidenum">
              <a:rPr lang="en-US" altLang="zh-CN" smtClean="0"/>
              <a:pPr/>
              <a:t>13</a:t>
            </a:fld>
            <a:endParaRPr lang="zh-CN" altLang="en-US" dirty="0"/>
          </a:p>
        </p:txBody>
      </p:sp>
      <p:pic>
        <p:nvPicPr>
          <p:cNvPr id="11" name="Picture 10">
            <a:extLst>
              <a:ext uri="{FF2B5EF4-FFF2-40B4-BE49-F238E27FC236}">
                <a16:creationId xmlns:a16="http://schemas.microsoft.com/office/drawing/2014/main" id="{46559402-6C71-EE9E-19F4-C2F8295CD4E3}"/>
              </a:ext>
            </a:extLst>
          </p:cNvPr>
          <p:cNvPicPr>
            <a:picLocks noChangeAspect="1"/>
          </p:cNvPicPr>
          <p:nvPr/>
        </p:nvPicPr>
        <p:blipFill>
          <a:blip r:embed="rId2"/>
          <a:stretch>
            <a:fillRect/>
          </a:stretch>
        </p:blipFill>
        <p:spPr>
          <a:xfrm>
            <a:off x="4634667" y="202320"/>
            <a:ext cx="7381875" cy="42005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TextBox 11">
            <a:extLst>
              <a:ext uri="{FF2B5EF4-FFF2-40B4-BE49-F238E27FC236}">
                <a16:creationId xmlns:a16="http://schemas.microsoft.com/office/drawing/2014/main" id="{16191842-4890-2347-499C-A26F0925E00D}"/>
              </a:ext>
            </a:extLst>
          </p:cNvPr>
          <p:cNvSpPr txBox="1"/>
          <p:nvPr/>
        </p:nvSpPr>
        <p:spPr>
          <a:xfrm>
            <a:off x="5808580" y="4466974"/>
            <a:ext cx="5034048" cy="315216"/>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en-US" altLang="zh-CN" sz="1400" dirty="0">
                <a:hlinkClick r:id="rId3"/>
              </a:rPr>
              <a:t>Key Concepts &amp; Architecture | Snowflake Documentation</a:t>
            </a:r>
            <a:endParaRPr lang="zh-CN" altLang="en-US" sz="1400" kern="1200" dirty="0" err="1">
              <a:solidFill>
                <a:schemeClr val="tx1"/>
              </a:solidFill>
              <a:latin typeface="+mn-lt"/>
              <a:ea typeface="+mn-ea"/>
              <a:cs typeface="+mn-cs"/>
            </a:endParaRPr>
          </a:p>
        </p:txBody>
      </p:sp>
    </p:spTree>
    <p:extLst>
      <p:ext uri="{BB962C8B-B14F-4D97-AF65-F5344CB8AC3E}">
        <p14:creationId xmlns:p14="http://schemas.microsoft.com/office/powerpoint/2010/main" val="946536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A488C29C-1208-C729-440D-443EEA3D2142}"/>
              </a:ext>
            </a:extLst>
          </p:cNvPr>
          <p:cNvSpPr>
            <a:spLocks noGrp="1"/>
          </p:cNvSpPr>
          <p:nvPr>
            <p:ph type="dt" sz="half" idx="19"/>
          </p:nvPr>
        </p:nvSpPr>
        <p:spPr/>
        <p:txBody>
          <a:bodyPr/>
          <a:lstStyle/>
          <a:p>
            <a:fld id="{8AAF154D-5330-402D-9FE7-F696F184228C}" type="datetime2">
              <a:rPr lang="zh-CN" altLang="en-US" smtClean="0"/>
              <a:t>2024年3月20日</a:t>
            </a:fld>
            <a:endParaRPr lang="zh-CN" altLang="en-US" dirty="0"/>
          </a:p>
        </p:txBody>
      </p:sp>
      <p:sp>
        <p:nvSpPr>
          <p:cNvPr id="7" name="Footer Placeholder 6">
            <a:extLst>
              <a:ext uri="{FF2B5EF4-FFF2-40B4-BE49-F238E27FC236}">
                <a16:creationId xmlns:a16="http://schemas.microsoft.com/office/drawing/2014/main" id="{E38FB343-3F96-F18D-87A7-C791F2E3348A}"/>
              </a:ext>
            </a:extLst>
          </p:cNvPr>
          <p:cNvSpPr>
            <a:spLocks noGrp="1"/>
          </p:cNvSpPr>
          <p:nvPr>
            <p:ph type="ftr" sz="quarter" idx="20"/>
          </p:nvPr>
        </p:nvSpPr>
        <p:spPr/>
        <p:txBody>
          <a:bodyPr/>
          <a:lstStyle/>
          <a:p>
            <a:endParaRPr lang="zh-CN" altLang="en-US" dirty="0"/>
          </a:p>
        </p:txBody>
      </p:sp>
      <p:sp>
        <p:nvSpPr>
          <p:cNvPr id="8" name="Slide Number Placeholder 7">
            <a:extLst>
              <a:ext uri="{FF2B5EF4-FFF2-40B4-BE49-F238E27FC236}">
                <a16:creationId xmlns:a16="http://schemas.microsoft.com/office/drawing/2014/main" id="{C20867A2-C2E8-800B-7B8B-6D105BC8367C}"/>
              </a:ext>
            </a:extLst>
          </p:cNvPr>
          <p:cNvSpPr>
            <a:spLocks noGrp="1"/>
          </p:cNvSpPr>
          <p:nvPr>
            <p:ph type="sldNum" sz="quarter" idx="21"/>
          </p:nvPr>
        </p:nvSpPr>
        <p:spPr/>
        <p:txBody>
          <a:bodyPr/>
          <a:lstStyle/>
          <a:p>
            <a:fld id="{23AA811B-2EBD-4900-905E-5BE206449611}" type="slidenum">
              <a:rPr lang="en-US" altLang="zh-CN" smtClean="0"/>
              <a:pPr/>
              <a:t>14</a:t>
            </a:fld>
            <a:endParaRPr lang="zh-CN" altLang="en-US" dirty="0"/>
          </a:p>
        </p:txBody>
      </p:sp>
      <p:sp>
        <p:nvSpPr>
          <p:cNvPr id="12" name="Title 11">
            <a:extLst>
              <a:ext uri="{FF2B5EF4-FFF2-40B4-BE49-F238E27FC236}">
                <a16:creationId xmlns:a16="http://schemas.microsoft.com/office/drawing/2014/main" id="{AD10B2BB-95CA-849A-EBA2-B1F3DA372565}"/>
              </a:ext>
            </a:extLst>
          </p:cNvPr>
          <p:cNvSpPr>
            <a:spLocks noGrp="1"/>
          </p:cNvSpPr>
          <p:nvPr>
            <p:ph type="title"/>
          </p:nvPr>
        </p:nvSpPr>
        <p:spPr>
          <a:xfrm>
            <a:off x="314960" y="274320"/>
            <a:ext cx="4729280" cy="986400"/>
          </a:xfrm>
        </p:spPr>
        <p:txBody>
          <a:bodyPr/>
          <a:lstStyle/>
          <a:p>
            <a:r>
              <a:rPr lang="en-US" altLang="zh-CN" b="1" dirty="0"/>
              <a:t>Cloud Data Warehouse</a:t>
            </a:r>
            <a:endParaRPr lang="zh-CN" altLang="en-US" b="1" dirty="0"/>
          </a:p>
        </p:txBody>
      </p:sp>
      <p:graphicFrame>
        <p:nvGraphicFramePr>
          <p:cNvPr id="13" name="Table 13">
            <a:extLst>
              <a:ext uri="{FF2B5EF4-FFF2-40B4-BE49-F238E27FC236}">
                <a16:creationId xmlns:a16="http://schemas.microsoft.com/office/drawing/2014/main" id="{1F7FFC84-174E-5272-9F65-77EAB10C552A}"/>
              </a:ext>
            </a:extLst>
          </p:cNvPr>
          <p:cNvGraphicFramePr>
            <a:graphicFrameLocks noGrp="1"/>
          </p:cNvGraphicFramePr>
          <p:nvPr>
            <p:extLst>
              <p:ext uri="{D42A27DB-BD31-4B8C-83A1-F6EECF244321}">
                <p14:modId xmlns:p14="http://schemas.microsoft.com/office/powerpoint/2010/main" val="762096846"/>
              </p:ext>
            </p:extLst>
          </p:nvPr>
        </p:nvGraphicFramePr>
        <p:xfrm>
          <a:off x="314960" y="1260720"/>
          <a:ext cx="8092652" cy="4668520"/>
        </p:xfrm>
        <a:graphic>
          <a:graphicData uri="http://schemas.openxmlformats.org/drawingml/2006/table">
            <a:tbl>
              <a:tblPr firstRow="1" bandRow="1">
                <a:tableStyleId>{B301B821-A1FF-4177-AEE7-76D212191A09}</a:tableStyleId>
              </a:tblPr>
              <a:tblGrid>
                <a:gridCol w="2023163">
                  <a:extLst>
                    <a:ext uri="{9D8B030D-6E8A-4147-A177-3AD203B41FA5}">
                      <a16:colId xmlns:a16="http://schemas.microsoft.com/office/drawing/2014/main" val="3459137092"/>
                    </a:ext>
                  </a:extLst>
                </a:gridCol>
                <a:gridCol w="2023163">
                  <a:extLst>
                    <a:ext uri="{9D8B030D-6E8A-4147-A177-3AD203B41FA5}">
                      <a16:colId xmlns:a16="http://schemas.microsoft.com/office/drawing/2014/main" val="2436850337"/>
                    </a:ext>
                  </a:extLst>
                </a:gridCol>
                <a:gridCol w="2023163">
                  <a:extLst>
                    <a:ext uri="{9D8B030D-6E8A-4147-A177-3AD203B41FA5}">
                      <a16:colId xmlns:a16="http://schemas.microsoft.com/office/drawing/2014/main" val="2101097116"/>
                    </a:ext>
                  </a:extLst>
                </a:gridCol>
                <a:gridCol w="2023163">
                  <a:extLst>
                    <a:ext uri="{9D8B030D-6E8A-4147-A177-3AD203B41FA5}">
                      <a16:colId xmlns:a16="http://schemas.microsoft.com/office/drawing/2014/main" val="1475601343"/>
                    </a:ext>
                  </a:extLst>
                </a:gridCol>
              </a:tblGrid>
              <a:tr h="370840">
                <a:tc>
                  <a:txBody>
                    <a:bodyPr/>
                    <a:lstStyle/>
                    <a:p>
                      <a:r>
                        <a:rPr lang="en-US" altLang="zh-CN" dirty="0"/>
                        <a:t>Snowflake</a:t>
                      </a:r>
                      <a:endParaRPr lang="zh-CN" altLang="en-US" dirty="0"/>
                    </a:p>
                  </a:txBody>
                  <a:tcPr/>
                </a:tc>
                <a:tc>
                  <a:txBody>
                    <a:bodyPr/>
                    <a:lstStyle/>
                    <a:p>
                      <a:r>
                        <a:rPr lang="en-US" altLang="zh-CN" dirty="0"/>
                        <a:t>Amazon Redshift</a:t>
                      </a:r>
                      <a:endParaRPr lang="zh-CN" altLang="en-US" dirty="0"/>
                    </a:p>
                  </a:txBody>
                  <a:tcPr/>
                </a:tc>
                <a:tc>
                  <a:txBody>
                    <a:bodyPr/>
                    <a:lstStyle/>
                    <a:p>
                      <a:r>
                        <a:rPr lang="en-US" altLang="zh-CN" dirty="0"/>
                        <a:t>Azure Synapse</a:t>
                      </a:r>
                      <a:endParaRPr lang="zh-CN" altLang="en-US" dirty="0"/>
                    </a:p>
                  </a:txBody>
                  <a:tcPr/>
                </a:tc>
                <a:tc>
                  <a:txBody>
                    <a:bodyPr/>
                    <a:lstStyle/>
                    <a:p>
                      <a:r>
                        <a:rPr lang="en-US" altLang="zh-CN" dirty="0"/>
                        <a:t>Google </a:t>
                      </a:r>
                      <a:r>
                        <a:rPr lang="en-US" altLang="zh-CN" dirty="0" err="1"/>
                        <a:t>BigQuery</a:t>
                      </a:r>
                      <a:endParaRPr lang="zh-CN" altLang="en-US" dirty="0"/>
                    </a:p>
                  </a:txBody>
                  <a:tcPr/>
                </a:tc>
                <a:extLst>
                  <a:ext uri="{0D108BD9-81ED-4DB2-BD59-A6C34878D82A}">
                    <a16:rowId xmlns:a16="http://schemas.microsoft.com/office/drawing/2014/main" val="35165436"/>
                  </a:ext>
                </a:extLst>
              </a:tr>
              <a:tr h="370840">
                <a:tc>
                  <a:txBody>
                    <a:bodyPr/>
                    <a:lstStyle/>
                    <a:p>
                      <a:r>
                        <a:rPr lang="zh-CN" altLang="en-US" dirty="0"/>
                        <a:t>配置简单，选择云服务商和虚拟仓库大小</a:t>
                      </a:r>
                    </a:p>
                  </a:txBody>
                  <a:tcPr/>
                </a:tc>
                <a:tc>
                  <a:txBody>
                    <a:bodyPr/>
                    <a:lstStyle/>
                    <a:p>
                      <a:r>
                        <a:rPr lang="zh-CN" altLang="en-US" dirty="0"/>
                        <a:t>选择实力大小，手动配置节点</a:t>
                      </a:r>
                    </a:p>
                  </a:txBody>
                  <a:tcPr/>
                </a:tc>
                <a:tc>
                  <a:txBody>
                    <a:bodyPr/>
                    <a:lstStyle/>
                    <a:p>
                      <a:r>
                        <a:rPr lang="zh-CN" altLang="en-US" dirty="0"/>
                        <a:t>提供无服务器和专用两种选项</a:t>
                      </a:r>
                    </a:p>
                  </a:txBody>
                  <a:tcPr/>
                </a:tc>
                <a:tc>
                  <a:txBody>
                    <a:bodyPr/>
                    <a:lstStyle/>
                    <a:p>
                      <a:r>
                        <a:rPr lang="zh-CN" altLang="en-US" dirty="0"/>
                        <a:t>全自动配置，且具备无服务器特征</a:t>
                      </a:r>
                    </a:p>
                  </a:txBody>
                  <a:tcPr/>
                </a:tc>
                <a:extLst>
                  <a:ext uri="{0D108BD9-81ED-4DB2-BD59-A6C34878D82A}">
                    <a16:rowId xmlns:a16="http://schemas.microsoft.com/office/drawing/2014/main" val="2780470917"/>
                  </a:ext>
                </a:extLst>
              </a:tr>
              <a:tr h="370840">
                <a:tc>
                  <a:txBody>
                    <a:bodyPr/>
                    <a:lstStyle/>
                    <a:p>
                      <a:r>
                        <a:rPr lang="zh-CN" altLang="en-US" dirty="0"/>
                        <a:t>独立扩展计算和存储</a:t>
                      </a:r>
                    </a:p>
                  </a:txBody>
                  <a:tcPr/>
                </a:tc>
                <a:tc>
                  <a:txBody>
                    <a:bodyPr/>
                    <a:lstStyle/>
                    <a:p>
                      <a:r>
                        <a:rPr lang="zh-CN" altLang="en-US" dirty="0"/>
                        <a:t>计算存储耦合，手动调整集群大小</a:t>
                      </a:r>
                    </a:p>
                  </a:txBody>
                  <a:tcPr/>
                </a:tc>
                <a:tc>
                  <a:txBody>
                    <a:bodyPr/>
                    <a:lstStyle/>
                    <a:p>
                      <a:r>
                        <a:rPr lang="zh-CN" altLang="en-US" dirty="0"/>
                        <a:t>无服务器选项支持自动扩展，专用需手动</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可自行、独立处理存储和计算</a:t>
                      </a:r>
                    </a:p>
                    <a:p>
                      <a:endParaRPr lang="zh-CN" altLang="en-US" dirty="0"/>
                    </a:p>
                  </a:txBody>
                  <a:tcPr/>
                </a:tc>
                <a:extLst>
                  <a:ext uri="{0D108BD9-81ED-4DB2-BD59-A6C34878D82A}">
                    <a16:rowId xmlns:a16="http://schemas.microsoft.com/office/drawing/2014/main" val="919758690"/>
                  </a:ext>
                </a:extLst>
              </a:tr>
              <a:tr h="370840">
                <a:tc>
                  <a:txBody>
                    <a:bodyPr/>
                    <a:lstStyle/>
                    <a:p>
                      <a:r>
                        <a:rPr lang="zh-CN" altLang="en-US" dirty="0"/>
                        <a:t>基于</a:t>
                      </a:r>
                      <a:r>
                        <a:rPr lang="en-US" altLang="zh-CN" dirty="0"/>
                        <a:t>Snowpark</a:t>
                      </a:r>
                      <a:r>
                        <a:rPr lang="zh-CN" altLang="en-US" dirty="0"/>
                        <a:t>平台、</a:t>
                      </a:r>
                      <a:r>
                        <a:rPr lang="en-US" altLang="zh-CN" dirty="0"/>
                        <a:t>SPC</a:t>
                      </a:r>
                      <a:r>
                        <a:rPr lang="zh-CN" altLang="en-US" dirty="0"/>
                        <a:t>进行数据分析、数据集成</a:t>
                      </a:r>
                    </a:p>
                  </a:txBody>
                  <a:tcPr/>
                </a:tc>
                <a:tc>
                  <a:txBody>
                    <a:bodyPr/>
                    <a:lstStyle/>
                    <a:p>
                      <a:r>
                        <a:rPr lang="en-US" altLang="zh-CN" dirty="0"/>
                        <a:t>Aws </a:t>
                      </a:r>
                      <a:r>
                        <a:rPr lang="en-US" altLang="zh-CN" dirty="0" err="1"/>
                        <a:t>Quicksight</a:t>
                      </a:r>
                      <a:r>
                        <a:rPr lang="zh-CN" altLang="en-US" dirty="0"/>
                        <a:t>、</a:t>
                      </a:r>
                      <a:r>
                        <a:rPr lang="en-US" altLang="zh-CN" dirty="0" err="1"/>
                        <a:t>AppFlow</a:t>
                      </a:r>
                      <a:r>
                        <a:rPr lang="zh-CN" altLang="en-US" dirty="0"/>
                        <a:t>、</a:t>
                      </a:r>
                      <a:r>
                        <a:rPr lang="en-US" altLang="zh-CN" dirty="0"/>
                        <a:t>DMS</a:t>
                      </a:r>
                      <a:r>
                        <a:rPr lang="zh-CN" altLang="en-US" dirty="0"/>
                        <a:t>分析、数据集成</a:t>
                      </a:r>
                      <a:endParaRPr lang="en-US" altLang="zh-CN" dirty="0"/>
                    </a:p>
                  </a:txBody>
                  <a:tcPr/>
                </a:tc>
                <a:tc>
                  <a:txBody>
                    <a:bodyPr/>
                    <a:lstStyle/>
                    <a:p>
                      <a:r>
                        <a:rPr lang="en-US" altLang="zh-CN" dirty="0"/>
                        <a:t>Azure</a:t>
                      </a:r>
                      <a:r>
                        <a:rPr lang="zh-CN" altLang="en-US" dirty="0"/>
                        <a:t>生态</a:t>
                      </a:r>
                    </a:p>
                  </a:txBody>
                  <a:tcPr/>
                </a:tc>
                <a:tc>
                  <a:txBody>
                    <a:bodyPr/>
                    <a:lstStyle/>
                    <a:p>
                      <a:r>
                        <a:rPr lang="en-US" altLang="zh-CN" dirty="0"/>
                        <a:t>Google</a:t>
                      </a:r>
                      <a:r>
                        <a:rPr lang="zh-CN" altLang="en-US" dirty="0"/>
                        <a:t>生态</a:t>
                      </a:r>
                    </a:p>
                  </a:txBody>
                  <a:tcPr/>
                </a:tc>
                <a:extLst>
                  <a:ext uri="{0D108BD9-81ED-4DB2-BD59-A6C34878D82A}">
                    <a16:rowId xmlns:a16="http://schemas.microsoft.com/office/drawing/2014/main" val="1436001089"/>
                  </a:ext>
                </a:extLst>
              </a:tr>
              <a:tr h="370840">
                <a:tc>
                  <a:txBody>
                    <a:bodyPr/>
                    <a:lstStyle/>
                    <a:p>
                      <a:r>
                        <a:rPr lang="en-US" altLang="zh-CN" dirty="0" err="1"/>
                        <a:t>Snowpipe</a:t>
                      </a:r>
                      <a:r>
                        <a:rPr lang="zh-CN" altLang="en-US" dirty="0"/>
                        <a:t>持续数据摄取</a:t>
                      </a:r>
                    </a:p>
                  </a:txBody>
                  <a:tcPr/>
                </a:tc>
                <a:tc>
                  <a:txBody>
                    <a:bodyPr/>
                    <a:lstStyle/>
                    <a:p>
                      <a:r>
                        <a:rPr lang="zh-CN" altLang="en-US" dirty="0"/>
                        <a:t>不提供摄取数据流的内置功能</a:t>
                      </a:r>
                    </a:p>
                  </a:txBody>
                  <a:tcPr/>
                </a:tc>
                <a:tc>
                  <a:txBody>
                    <a:bodyPr/>
                    <a:lstStyle/>
                    <a:p>
                      <a:r>
                        <a:rPr lang="en-US" altLang="zh-CN" dirty="0" err="1"/>
                        <a:t>Apark</a:t>
                      </a:r>
                      <a:r>
                        <a:rPr lang="en-US" altLang="zh-CN" dirty="0"/>
                        <a:t> Spark</a:t>
                      </a:r>
                      <a:endParaRPr lang="zh-CN" altLang="en-US" dirty="0"/>
                    </a:p>
                  </a:txBody>
                  <a:tcPr/>
                </a:tc>
                <a:tc>
                  <a:txBody>
                    <a:bodyPr/>
                    <a:lstStyle/>
                    <a:p>
                      <a:r>
                        <a:rPr lang="zh-CN" altLang="en-US" dirty="0"/>
                        <a:t>编写流式</a:t>
                      </a:r>
                      <a:r>
                        <a:rPr lang="en-US" altLang="zh-CN" dirty="0"/>
                        <a:t>API</a:t>
                      </a:r>
                      <a:r>
                        <a:rPr lang="zh-CN" altLang="en-US" dirty="0"/>
                        <a:t>，调用代码，一次插入一条</a:t>
                      </a:r>
                    </a:p>
                  </a:txBody>
                  <a:tcPr/>
                </a:tc>
                <a:extLst>
                  <a:ext uri="{0D108BD9-81ED-4DB2-BD59-A6C34878D82A}">
                    <a16:rowId xmlns:a16="http://schemas.microsoft.com/office/drawing/2014/main" val="2961431677"/>
                  </a:ext>
                </a:extLst>
              </a:tr>
              <a:tr h="370840">
                <a:tc>
                  <a:txBody>
                    <a:bodyPr/>
                    <a:lstStyle/>
                    <a:p>
                      <a:r>
                        <a:rPr lang="zh-CN" altLang="en-US" dirty="0"/>
                        <a:t>按需定价、预购买存储</a:t>
                      </a:r>
                    </a:p>
                  </a:txBody>
                  <a:tcPr/>
                </a:tc>
                <a:tc>
                  <a:txBody>
                    <a:bodyPr/>
                    <a:lstStyle/>
                    <a:p>
                      <a:r>
                        <a:rPr lang="zh-CN" altLang="en-US" dirty="0"/>
                        <a:t>根据集群配置定价</a:t>
                      </a:r>
                    </a:p>
                  </a:txBody>
                  <a:tcPr/>
                </a:tc>
                <a:tc>
                  <a:txBody>
                    <a:bodyPr/>
                    <a:lstStyle/>
                    <a:p>
                      <a:r>
                        <a:rPr lang="zh-CN" altLang="en-US" dirty="0"/>
                        <a:t>按需、预购</a:t>
                      </a:r>
                    </a:p>
                  </a:txBody>
                  <a:tcPr/>
                </a:tc>
                <a:tc>
                  <a:txBody>
                    <a:bodyPr/>
                    <a:lstStyle/>
                    <a:p>
                      <a:r>
                        <a:rPr lang="zh-CN" altLang="en-US" dirty="0"/>
                        <a:t>按需、预购</a:t>
                      </a:r>
                    </a:p>
                  </a:txBody>
                  <a:tcPr/>
                </a:tc>
                <a:extLst>
                  <a:ext uri="{0D108BD9-81ED-4DB2-BD59-A6C34878D82A}">
                    <a16:rowId xmlns:a16="http://schemas.microsoft.com/office/drawing/2014/main" val="3510638522"/>
                  </a:ext>
                </a:extLst>
              </a:tr>
            </a:tbl>
          </a:graphicData>
        </a:graphic>
      </p:graphicFrame>
      <p:sp>
        <p:nvSpPr>
          <p:cNvPr id="14" name="TextBox 13">
            <a:extLst>
              <a:ext uri="{FF2B5EF4-FFF2-40B4-BE49-F238E27FC236}">
                <a16:creationId xmlns:a16="http://schemas.microsoft.com/office/drawing/2014/main" id="{D1CD94E8-B8C2-C340-67D4-DDE8AACC542D}"/>
              </a:ext>
            </a:extLst>
          </p:cNvPr>
          <p:cNvSpPr txBox="1"/>
          <p:nvPr/>
        </p:nvSpPr>
        <p:spPr>
          <a:xfrm>
            <a:off x="8571800" y="2175120"/>
            <a:ext cx="3620200" cy="1918731"/>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zh-CN" altLang="en-US" sz="1600" b="1" kern="1200" dirty="0">
                <a:solidFill>
                  <a:schemeClr val="tx1"/>
                </a:solidFill>
                <a:latin typeface="+mn-lt"/>
                <a:ea typeface="+mn-ea"/>
                <a:cs typeface="+mn-cs"/>
              </a:rPr>
              <a:t>客户量与增速</a:t>
            </a:r>
            <a:r>
              <a:rPr lang="en-US" altLang="zh-CN" sz="1600" b="1" kern="1200" dirty="0">
                <a:solidFill>
                  <a:schemeClr val="tx1"/>
                </a:solidFill>
                <a:latin typeface="+mn-lt"/>
                <a:ea typeface="+mn-ea"/>
                <a:cs typeface="+mn-cs"/>
              </a:rPr>
              <a:t>(2020</a:t>
            </a:r>
            <a:r>
              <a:rPr lang="zh-CN" altLang="en-US" sz="1600" b="1" kern="1200" dirty="0">
                <a:solidFill>
                  <a:schemeClr val="tx1"/>
                </a:solidFill>
                <a:latin typeface="+mn-lt"/>
                <a:ea typeface="+mn-ea"/>
                <a:cs typeface="+mn-cs"/>
              </a:rPr>
              <a:t>年</a:t>
            </a:r>
            <a:r>
              <a:rPr lang="en-US" altLang="zh-CN" sz="1600" b="1" kern="1200" dirty="0">
                <a:solidFill>
                  <a:schemeClr val="tx1"/>
                </a:solidFill>
                <a:latin typeface="+mn-lt"/>
                <a:ea typeface="+mn-ea"/>
                <a:cs typeface="+mn-cs"/>
              </a:rPr>
              <a:t>)</a:t>
            </a:r>
          </a:p>
          <a:p>
            <a:pPr marL="0" indent="0" algn="l" defTabSz="914400" rtl="0" eaLnBrk="1" latinLnBrk="0" hangingPunct="1">
              <a:lnSpc>
                <a:spcPct val="110000"/>
              </a:lnSpc>
              <a:spcBef>
                <a:spcPts val="300"/>
              </a:spcBef>
              <a:spcAft>
                <a:spcPts val="300"/>
              </a:spcAft>
              <a:buFontTx/>
              <a:buNone/>
            </a:pPr>
            <a:endParaRPr lang="en-US" altLang="zh-CN" sz="1400" b="0" i="0" dirty="0">
              <a:solidFill>
                <a:srgbClr val="191B1F"/>
              </a:solidFill>
              <a:effectLst/>
              <a:latin typeface="-apple-system"/>
            </a:endParaRPr>
          </a:p>
          <a:p>
            <a:pPr marL="285750" indent="-285750" algn="l" defTabSz="914400" rtl="0" eaLnBrk="1" latinLnBrk="0" hangingPunct="1">
              <a:lnSpc>
                <a:spcPct val="110000"/>
              </a:lnSpc>
              <a:spcBef>
                <a:spcPts val="300"/>
              </a:spcBef>
              <a:spcAft>
                <a:spcPts val="300"/>
              </a:spcAft>
              <a:buFont typeface="Arial" panose="020B0604020202020204" pitchFamily="34" charset="0"/>
              <a:buChar char="•"/>
            </a:pPr>
            <a:r>
              <a:rPr lang="en-US" altLang="zh-CN" sz="1400" kern="1200" dirty="0">
                <a:solidFill>
                  <a:schemeClr val="tx1"/>
                </a:solidFill>
                <a:latin typeface="+mn-lt"/>
                <a:ea typeface="+mn-ea"/>
                <a:cs typeface="+mn-cs"/>
              </a:rPr>
              <a:t>Amazon Redshift: 13,060 up 5% YoY</a:t>
            </a:r>
          </a:p>
          <a:p>
            <a:pPr marL="285750" indent="-285750" algn="l" defTabSz="914400" rtl="0" eaLnBrk="1" latinLnBrk="0" hangingPunct="1">
              <a:lnSpc>
                <a:spcPct val="110000"/>
              </a:lnSpc>
              <a:spcBef>
                <a:spcPts val="300"/>
              </a:spcBef>
              <a:spcAft>
                <a:spcPts val="300"/>
              </a:spcAft>
              <a:buFont typeface="Arial" panose="020B0604020202020204" pitchFamily="34" charset="0"/>
              <a:buChar char="•"/>
            </a:pPr>
            <a:r>
              <a:rPr lang="en-US" altLang="zh-CN" sz="1400" kern="1200" dirty="0">
                <a:solidFill>
                  <a:schemeClr val="tx1"/>
                </a:solidFill>
                <a:latin typeface="+mn-lt"/>
                <a:ea typeface="+mn-ea"/>
                <a:cs typeface="+mn-cs"/>
              </a:rPr>
              <a:t>Google Big Query: 8,272 up 35% YoY</a:t>
            </a:r>
          </a:p>
          <a:p>
            <a:pPr marL="285750" indent="-285750" algn="l" defTabSz="914400" rtl="0" eaLnBrk="1" latinLnBrk="0" hangingPunct="1">
              <a:lnSpc>
                <a:spcPct val="110000"/>
              </a:lnSpc>
              <a:spcBef>
                <a:spcPts val="300"/>
              </a:spcBef>
              <a:spcAft>
                <a:spcPts val="300"/>
              </a:spcAft>
              <a:buFont typeface="Arial" panose="020B0604020202020204" pitchFamily="34" charset="0"/>
              <a:buChar char="•"/>
            </a:pPr>
            <a:r>
              <a:rPr lang="en-US" altLang="zh-CN" sz="1400" kern="1200" dirty="0">
                <a:solidFill>
                  <a:schemeClr val="tx1"/>
                </a:solidFill>
                <a:latin typeface="+mn-lt"/>
                <a:ea typeface="+mn-ea"/>
                <a:cs typeface="+mn-cs"/>
              </a:rPr>
              <a:t>Azure Synapse: 6,032 up 25% YoY</a:t>
            </a:r>
          </a:p>
          <a:p>
            <a:pPr marL="285750" indent="-285750" algn="l" defTabSz="914400" rtl="0" eaLnBrk="1" latinLnBrk="0" hangingPunct="1">
              <a:lnSpc>
                <a:spcPct val="110000"/>
              </a:lnSpc>
              <a:spcBef>
                <a:spcPts val="300"/>
              </a:spcBef>
              <a:spcAft>
                <a:spcPts val="300"/>
              </a:spcAft>
              <a:buFont typeface="Arial" panose="020B0604020202020204" pitchFamily="34" charset="0"/>
              <a:buChar char="•"/>
            </a:pPr>
            <a:r>
              <a:rPr lang="en-US" altLang="zh-CN" sz="1400" kern="1200" dirty="0">
                <a:solidFill>
                  <a:schemeClr val="tx1"/>
                </a:solidFill>
                <a:latin typeface="+mn-lt"/>
                <a:ea typeface="+mn-ea"/>
                <a:cs typeface="+mn-cs"/>
              </a:rPr>
              <a:t>Snowflake (S-1): 3,117 up 101% YoY</a:t>
            </a:r>
            <a:endParaRPr lang="zh-CN" altLang="en-US" sz="1400" kern="1200" dirty="0" err="1">
              <a:solidFill>
                <a:schemeClr val="tx1"/>
              </a:solidFill>
              <a:latin typeface="+mn-lt"/>
              <a:ea typeface="+mn-ea"/>
              <a:cs typeface="+mn-cs"/>
            </a:endParaRPr>
          </a:p>
        </p:txBody>
      </p:sp>
    </p:spTree>
    <p:extLst>
      <p:ext uri="{BB962C8B-B14F-4D97-AF65-F5344CB8AC3E}">
        <p14:creationId xmlns:p14="http://schemas.microsoft.com/office/powerpoint/2010/main" val="1469041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60DCE9-A098-FDA4-B440-E28EEED3959E}"/>
              </a:ext>
            </a:extLst>
          </p:cNvPr>
          <p:cNvSpPr>
            <a:spLocks noGrp="1"/>
          </p:cNvSpPr>
          <p:nvPr>
            <p:ph type="body" sz="quarter" idx="14"/>
          </p:nvPr>
        </p:nvSpPr>
        <p:spPr/>
        <p:txBody>
          <a:bodyPr/>
          <a:lstStyle/>
          <a:p>
            <a:endParaRPr lang="zh-CN" altLang="en-US"/>
          </a:p>
        </p:txBody>
      </p:sp>
      <p:sp>
        <p:nvSpPr>
          <p:cNvPr id="4" name="Title 3">
            <a:extLst>
              <a:ext uri="{FF2B5EF4-FFF2-40B4-BE49-F238E27FC236}">
                <a16:creationId xmlns:a16="http://schemas.microsoft.com/office/drawing/2014/main" id="{39CC51AB-634D-2BE4-477E-D737D2CFCA8B}"/>
              </a:ext>
            </a:extLst>
          </p:cNvPr>
          <p:cNvSpPr>
            <a:spLocks noGrp="1"/>
          </p:cNvSpPr>
          <p:nvPr>
            <p:ph type="title"/>
          </p:nvPr>
        </p:nvSpPr>
        <p:spPr>
          <a:xfrm>
            <a:off x="232580" y="503335"/>
            <a:ext cx="2587425" cy="986400"/>
          </a:xfrm>
        </p:spPr>
        <p:txBody>
          <a:bodyPr/>
          <a:lstStyle/>
          <a:p>
            <a:r>
              <a:rPr lang="en-US" altLang="zh-CN" b="1" dirty="0"/>
              <a:t>DB-Ranking</a:t>
            </a:r>
            <a:endParaRPr lang="zh-CN" altLang="en-US" b="1" dirty="0"/>
          </a:p>
        </p:txBody>
      </p:sp>
      <p:sp>
        <p:nvSpPr>
          <p:cNvPr id="5" name="Text Placeholder 4">
            <a:extLst>
              <a:ext uri="{FF2B5EF4-FFF2-40B4-BE49-F238E27FC236}">
                <a16:creationId xmlns:a16="http://schemas.microsoft.com/office/drawing/2014/main" id="{2E17C3D9-8EDF-318F-51CC-0EC9127DC591}"/>
              </a:ext>
            </a:extLst>
          </p:cNvPr>
          <p:cNvSpPr>
            <a:spLocks noGrp="1"/>
          </p:cNvSpPr>
          <p:nvPr>
            <p:ph type="body" sz="quarter" idx="19"/>
          </p:nvPr>
        </p:nvSpPr>
        <p:spPr>
          <a:xfrm>
            <a:off x="232580" y="1340396"/>
            <a:ext cx="3110060" cy="4177207"/>
          </a:xfrm>
        </p:spPr>
        <p:txBody>
          <a:bodyPr/>
          <a:lstStyle/>
          <a:p>
            <a:pPr marL="0" indent="0">
              <a:buClrTx/>
              <a:buNone/>
            </a:pPr>
            <a:r>
              <a:rPr lang="en-US" altLang="zh-CN" b="1" i="0" dirty="0">
                <a:solidFill>
                  <a:srgbClr val="222222"/>
                </a:solidFill>
                <a:effectLst/>
                <a:latin typeface="Verdana" panose="020B0604030504040204" pitchFamily="34" charset="0"/>
              </a:rPr>
              <a:t>Method</a:t>
            </a:r>
          </a:p>
          <a:p>
            <a:pPr>
              <a:buClrTx/>
            </a:pPr>
            <a:r>
              <a:rPr lang="en-US" altLang="zh-CN" i="0" dirty="0">
                <a:solidFill>
                  <a:srgbClr val="222222"/>
                </a:solidFill>
                <a:effectLst/>
                <a:latin typeface="Verdana" panose="020B0604030504040204" pitchFamily="34" charset="0"/>
              </a:rPr>
              <a:t>Number of mentions on websites. (Google &amp; Bing)</a:t>
            </a:r>
          </a:p>
          <a:p>
            <a:pPr>
              <a:buClrTx/>
            </a:pPr>
            <a:r>
              <a:rPr lang="en-US" altLang="zh-CN" i="0" dirty="0">
                <a:solidFill>
                  <a:srgbClr val="222222"/>
                </a:solidFill>
                <a:effectLst/>
                <a:latin typeface="Verdana" panose="020B0604030504040204" pitchFamily="34" charset="0"/>
              </a:rPr>
              <a:t>General interest. </a:t>
            </a:r>
            <a:r>
              <a:rPr lang="en-US" altLang="zh-CN" dirty="0">
                <a:solidFill>
                  <a:srgbClr val="222222"/>
                </a:solidFill>
                <a:latin typeface="Verdana" panose="020B0604030504040204" pitchFamily="34" charset="0"/>
              </a:rPr>
              <a:t>(Google Trends)</a:t>
            </a:r>
          </a:p>
          <a:p>
            <a:pPr>
              <a:buClrTx/>
            </a:pPr>
            <a:r>
              <a:rPr lang="en-US" altLang="zh-CN" i="0" dirty="0">
                <a:solidFill>
                  <a:srgbClr val="222222"/>
                </a:solidFill>
                <a:effectLst/>
                <a:latin typeface="Verdana" panose="020B0604030504040204" pitchFamily="34" charset="0"/>
              </a:rPr>
              <a:t>Frequency of technical discussions. (Stack Overflow &amp; DBA Stack Exchange)</a:t>
            </a:r>
          </a:p>
          <a:p>
            <a:pPr>
              <a:buClrTx/>
            </a:pPr>
            <a:r>
              <a:rPr lang="en-US" altLang="zh-CN" i="0" dirty="0">
                <a:solidFill>
                  <a:srgbClr val="222222"/>
                </a:solidFill>
                <a:effectLst/>
                <a:latin typeface="Verdana" panose="020B0604030504040204" pitchFamily="34" charset="0"/>
              </a:rPr>
              <a:t>Number of job offers. </a:t>
            </a:r>
            <a:r>
              <a:rPr lang="en-US" altLang="zh-CN" dirty="0">
                <a:solidFill>
                  <a:srgbClr val="222222"/>
                </a:solidFill>
                <a:latin typeface="Verdana" panose="020B0604030504040204" pitchFamily="34" charset="0"/>
              </a:rPr>
              <a:t>(Indeed &amp; Simply Hired)</a:t>
            </a:r>
          </a:p>
          <a:p>
            <a:pPr>
              <a:buClrTx/>
            </a:pPr>
            <a:r>
              <a:rPr lang="en-US" altLang="zh-CN" i="0" dirty="0">
                <a:solidFill>
                  <a:srgbClr val="222222"/>
                </a:solidFill>
                <a:effectLst/>
                <a:latin typeface="Verdana" panose="020B0604030504040204" pitchFamily="34" charset="0"/>
              </a:rPr>
              <a:t>Number of profiles in professional networks. (LinkedIn)</a:t>
            </a:r>
          </a:p>
          <a:p>
            <a:pPr>
              <a:buClrTx/>
            </a:pPr>
            <a:r>
              <a:rPr lang="en-US" altLang="zh-CN" i="0" dirty="0">
                <a:solidFill>
                  <a:srgbClr val="222222"/>
                </a:solidFill>
                <a:effectLst/>
                <a:latin typeface="Verdana" panose="020B0604030504040204" pitchFamily="34" charset="0"/>
              </a:rPr>
              <a:t>Relevance in social networks.</a:t>
            </a:r>
            <a:r>
              <a:rPr lang="en-US" altLang="zh-CN" dirty="0">
                <a:solidFill>
                  <a:srgbClr val="222222"/>
                </a:solidFill>
                <a:latin typeface="Verdana" panose="020B0604030504040204" pitchFamily="34" charset="0"/>
              </a:rPr>
              <a:t>(Twitter)</a:t>
            </a:r>
            <a:endParaRPr lang="zh-CN" altLang="en-US" dirty="0"/>
          </a:p>
        </p:txBody>
      </p:sp>
      <p:sp>
        <p:nvSpPr>
          <p:cNvPr id="6" name="Date Placeholder 5">
            <a:extLst>
              <a:ext uri="{FF2B5EF4-FFF2-40B4-BE49-F238E27FC236}">
                <a16:creationId xmlns:a16="http://schemas.microsoft.com/office/drawing/2014/main" id="{40558FB3-0F93-2A3C-C815-A9C656CB6589}"/>
              </a:ext>
            </a:extLst>
          </p:cNvPr>
          <p:cNvSpPr>
            <a:spLocks noGrp="1"/>
          </p:cNvSpPr>
          <p:nvPr>
            <p:ph type="dt" sz="half" idx="24"/>
          </p:nvPr>
        </p:nvSpPr>
        <p:spPr/>
        <p:txBody>
          <a:bodyPr/>
          <a:lstStyle/>
          <a:p>
            <a:fld id="{9E97E19F-9380-48C5-85B6-B21012F709FB}" type="datetime2">
              <a:rPr lang="zh-CN" altLang="en-US" smtClean="0"/>
              <a:t>2024年3月20日</a:t>
            </a:fld>
            <a:endParaRPr lang="zh-CN" altLang="en-US" dirty="0"/>
          </a:p>
        </p:txBody>
      </p:sp>
      <p:sp>
        <p:nvSpPr>
          <p:cNvPr id="7" name="Footer Placeholder 6">
            <a:extLst>
              <a:ext uri="{FF2B5EF4-FFF2-40B4-BE49-F238E27FC236}">
                <a16:creationId xmlns:a16="http://schemas.microsoft.com/office/drawing/2014/main" id="{91604F46-DC59-F61B-EF87-20277DADD156}"/>
              </a:ext>
            </a:extLst>
          </p:cNvPr>
          <p:cNvSpPr>
            <a:spLocks noGrp="1"/>
          </p:cNvSpPr>
          <p:nvPr>
            <p:ph type="ftr" sz="quarter" idx="25"/>
          </p:nvPr>
        </p:nvSpPr>
        <p:spPr/>
        <p:txBody>
          <a:bodyPr/>
          <a:lstStyle/>
          <a:p>
            <a:endParaRPr lang="zh-CN" altLang="en-US" dirty="0"/>
          </a:p>
        </p:txBody>
      </p:sp>
      <p:sp>
        <p:nvSpPr>
          <p:cNvPr id="8" name="Slide Number Placeholder 7">
            <a:extLst>
              <a:ext uri="{FF2B5EF4-FFF2-40B4-BE49-F238E27FC236}">
                <a16:creationId xmlns:a16="http://schemas.microsoft.com/office/drawing/2014/main" id="{794CEC78-76A4-7B2E-0F7B-9305586F526B}"/>
              </a:ext>
            </a:extLst>
          </p:cNvPr>
          <p:cNvSpPr>
            <a:spLocks noGrp="1"/>
          </p:cNvSpPr>
          <p:nvPr>
            <p:ph type="sldNum" sz="quarter" idx="26"/>
          </p:nvPr>
        </p:nvSpPr>
        <p:spPr/>
        <p:txBody>
          <a:bodyPr/>
          <a:lstStyle/>
          <a:p>
            <a:fld id="{23AA811B-2EBD-4900-905E-5BE206449611}" type="slidenum">
              <a:rPr lang="en-US" altLang="zh-CN" smtClean="0"/>
              <a:pPr/>
              <a:t>15</a:t>
            </a:fld>
            <a:endParaRPr lang="zh-CN" altLang="en-US" dirty="0"/>
          </a:p>
        </p:txBody>
      </p:sp>
      <p:pic>
        <p:nvPicPr>
          <p:cNvPr id="9" name="Picture 8">
            <a:extLst>
              <a:ext uri="{FF2B5EF4-FFF2-40B4-BE49-F238E27FC236}">
                <a16:creationId xmlns:a16="http://schemas.microsoft.com/office/drawing/2014/main" id="{21B9C7DE-CF9A-A26E-9B3D-8C3201300D26}"/>
              </a:ext>
            </a:extLst>
          </p:cNvPr>
          <p:cNvPicPr>
            <a:picLocks noChangeAspect="1"/>
          </p:cNvPicPr>
          <p:nvPr/>
        </p:nvPicPr>
        <p:blipFill>
          <a:blip r:embed="rId2"/>
          <a:stretch>
            <a:fillRect/>
          </a:stretch>
        </p:blipFill>
        <p:spPr>
          <a:xfrm>
            <a:off x="3632250" y="1224938"/>
            <a:ext cx="8484507" cy="435853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0" name="TextBox 9">
            <a:extLst>
              <a:ext uri="{FF2B5EF4-FFF2-40B4-BE49-F238E27FC236}">
                <a16:creationId xmlns:a16="http://schemas.microsoft.com/office/drawing/2014/main" id="{FFC98EBC-487E-E08F-BEBB-522939C7F0A7}"/>
              </a:ext>
            </a:extLst>
          </p:cNvPr>
          <p:cNvSpPr txBox="1"/>
          <p:nvPr/>
        </p:nvSpPr>
        <p:spPr>
          <a:xfrm>
            <a:off x="4568000" y="5769730"/>
            <a:ext cx="6613006" cy="315216"/>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en-US" altLang="zh-CN" sz="1400" dirty="0">
                <a:hlinkClick r:id="rId3"/>
              </a:rPr>
              <a:t>DB-Engines Ranking - popularity ranking of database management systems</a:t>
            </a:r>
            <a:endParaRPr lang="zh-CN" altLang="en-US" sz="1400" kern="1200" dirty="0" err="1">
              <a:solidFill>
                <a:schemeClr val="tx1"/>
              </a:solidFill>
              <a:latin typeface="+mn-lt"/>
              <a:ea typeface="+mn-ea"/>
              <a:cs typeface="+mn-cs"/>
            </a:endParaRPr>
          </a:p>
        </p:txBody>
      </p:sp>
    </p:spTree>
    <p:extLst>
      <p:ext uri="{BB962C8B-B14F-4D97-AF65-F5344CB8AC3E}">
        <p14:creationId xmlns:p14="http://schemas.microsoft.com/office/powerpoint/2010/main" val="3380280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screenshot of a computer&#10;&#10;Description automatically generated">
            <a:extLst>
              <a:ext uri="{FF2B5EF4-FFF2-40B4-BE49-F238E27FC236}">
                <a16:creationId xmlns:a16="http://schemas.microsoft.com/office/drawing/2014/main" id="{BCB89420-C9BD-C3E1-AD63-858B5460E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001" y="611549"/>
            <a:ext cx="7269280" cy="3638373"/>
          </a:xfrm>
          <a:prstGeom prst="rect">
            <a:avLst/>
          </a:prstGeom>
        </p:spPr>
      </p:pic>
      <p:sp>
        <p:nvSpPr>
          <p:cNvPr id="2" name="Title 1">
            <a:extLst>
              <a:ext uri="{FF2B5EF4-FFF2-40B4-BE49-F238E27FC236}">
                <a16:creationId xmlns:a16="http://schemas.microsoft.com/office/drawing/2014/main" id="{7A4B9D4B-77AB-7BDA-858D-C413F4C42BD0}"/>
              </a:ext>
            </a:extLst>
          </p:cNvPr>
          <p:cNvSpPr>
            <a:spLocks noGrp="1"/>
          </p:cNvSpPr>
          <p:nvPr>
            <p:ph type="title"/>
          </p:nvPr>
        </p:nvSpPr>
        <p:spPr>
          <a:xfrm>
            <a:off x="432000" y="254602"/>
            <a:ext cx="4430286" cy="463888"/>
          </a:xfrm>
        </p:spPr>
        <p:txBody>
          <a:bodyPr/>
          <a:lstStyle/>
          <a:p>
            <a:r>
              <a:rPr lang="en-US" altLang="zh-CN" b="1" dirty="0" err="1"/>
              <a:t>DataLake</a:t>
            </a:r>
            <a:r>
              <a:rPr lang="en-US" altLang="zh-CN" b="1" dirty="0"/>
              <a:t> &amp; </a:t>
            </a:r>
            <a:r>
              <a:rPr lang="en-US" altLang="zh-CN" b="1" dirty="0" err="1"/>
              <a:t>LakeHouse</a:t>
            </a:r>
            <a:endParaRPr lang="zh-CN" altLang="en-US" b="1" dirty="0"/>
          </a:p>
        </p:txBody>
      </p:sp>
      <p:sp>
        <p:nvSpPr>
          <p:cNvPr id="5" name="Date Placeholder 4">
            <a:extLst>
              <a:ext uri="{FF2B5EF4-FFF2-40B4-BE49-F238E27FC236}">
                <a16:creationId xmlns:a16="http://schemas.microsoft.com/office/drawing/2014/main" id="{18A7D8EE-6D66-58C3-8504-2ED1B52E82CE}"/>
              </a:ext>
            </a:extLst>
          </p:cNvPr>
          <p:cNvSpPr>
            <a:spLocks noGrp="1"/>
          </p:cNvSpPr>
          <p:nvPr>
            <p:ph type="dt" sz="half" idx="10"/>
          </p:nvPr>
        </p:nvSpPr>
        <p:spPr/>
        <p:txBody>
          <a:bodyPr/>
          <a:lstStyle/>
          <a:p>
            <a:fld id="{58F10841-5A36-40F0-ADDB-DD39BC5AEF11}"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6425FB24-6039-7CE7-FA96-55424010116B}"/>
              </a:ext>
            </a:extLst>
          </p:cNvPr>
          <p:cNvSpPr>
            <a:spLocks noGrp="1"/>
          </p:cNvSpPr>
          <p:nvPr>
            <p:ph type="ftr" sz="quarter" idx="11"/>
          </p:nvPr>
        </p:nvSpPr>
        <p:spPr/>
        <p:txBody>
          <a:bodyPr/>
          <a:lstStyle/>
          <a:p>
            <a:endParaRPr lang="zh-CN" altLang="en-US" dirty="0"/>
          </a:p>
        </p:txBody>
      </p:sp>
      <p:sp>
        <p:nvSpPr>
          <p:cNvPr id="7" name="Slide Number Placeholder 6">
            <a:extLst>
              <a:ext uri="{FF2B5EF4-FFF2-40B4-BE49-F238E27FC236}">
                <a16:creationId xmlns:a16="http://schemas.microsoft.com/office/drawing/2014/main" id="{DDDD10D8-A178-7A9A-1BEE-1C65D579EAB3}"/>
              </a:ext>
            </a:extLst>
          </p:cNvPr>
          <p:cNvSpPr>
            <a:spLocks noGrp="1"/>
          </p:cNvSpPr>
          <p:nvPr>
            <p:ph type="sldNum" sz="quarter" idx="12"/>
          </p:nvPr>
        </p:nvSpPr>
        <p:spPr/>
        <p:txBody>
          <a:bodyPr/>
          <a:lstStyle/>
          <a:p>
            <a:fld id="{23AA811B-2EBD-4900-905E-5BE206449611}" type="slidenum">
              <a:rPr lang="en-US" altLang="zh-CN" smtClean="0"/>
              <a:pPr/>
              <a:t>16</a:t>
            </a:fld>
            <a:endParaRPr lang="zh-CN" altLang="en-US" dirty="0"/>
          </a:p>
        </p:txBody>
      </p:sp>
      <p:graphicFrame>
        <p:nvGraphicFramePr>
          <p:cNvPr id="12" name="Table 12">
            <a:extLst>
              <a:ext uri="{FF2B5EF4-FFF2-40B4-BE49-F238E27FC236}">
                <a16:creationId xmlns:a16="http://schemas.microsoft.com/office/drawing/2014/main" id="{B9FB6720-06ED-4F9D-DB2D-D31CE3A7126C}"/>
              </a:ext>
            </a:extLst>
          </p:cNvPr>
          <p:cNvGraphicFramePr>
            <a:graphicFrameLocks noGrp="1"/>
          </p:cNvGraphicFramePr>
          <p:nvPr>
            <p:extLst>
              <p:ext uri="{D42A27DB-BD31-4B8C-83A1-F6EECF244321}">
                <p14:modId xmlns:p14="http://schemas.microsoft.com/office/powerpoint/2010/main" val="2784947882"/>
              </p:ext>
            </p:extLst>
          </p:nvPr>
        </p:nvGraphicFramePr>
        <p:xfrm>
          <a:off x="431001" y="4376917"/>
          <a:ext cx="7269280" cy="1920334"/>
        </p:xfrm>
        <a:graphic>
          <a:graphicData uri="http://schemas.openxmlformats.org/drawingml/2006/table">
            <a:tbl>
              <a:tblPr firstRow="1" bandRow="1">
                <a:tableStyleId>{7E9639D4-E3E2-4D34-9284-5A2195B3D0D7}</a:tableStyleId>
              </a:tblPr>
              <a:tblGrid>
                <a:gridCol w="3634640">
                  <a:extLst>
                    <a:ext uri="{9D8B030D-6E8A-4147-A177-3AD203B41FA5}">
                      <a16:colId xmlns:a16="http://schemas.microsoft.com/office/drawing/2014/main" val="3886681004"/>
                    </a:ext>
                  </a:extLst>
                </a:gridCol>
                <a:gridCol w="3634640">
                  <a:extLst>
                    <a:ext uri="{9D8B030D-6E8A-4147-A177-3AD203B41FA5}">
                      <a16:colId xmlns:a16="http://schemas.microsoft.com/office/drawing/2014/main" val="1419473007"/>
                    </a:ext>
                  </a:extLst>
                </a:gridCol>
              </a:tblGrid>
              <a:tr h="301455">
                <a:tc>
                  <a:txBody>
                    <a:bodyPr/>
                    <a:lstStyle/>
                    <a:p>
                      <a:r>
                        <a:rPr lang="en-US" altLang="zh-CN" dirty="0"/>
                        <a:t>Data Warehouse</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err="1"/>
                        <a:t>Datelake</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922202"/>
                  </a:ext>
                </a:extLst>
              </a:tr>
              <a:tr h="457247">
                <a:tc>
                  <a:txBody>
                    <a:bodyPr/>
                    <a:lstStyle/>
                    <a:p>
                      <a:r>
                        <a:rPr lang="zh-CN" altLang="en-US" dirty="0"/>
                        <a:t>数据格式提前规整好（</a:t>
                      </a:r>
                      <a:r>
                        <a:rPr lang="en-US" altLang="zh-CN" dirty="0"/>
                        <a:t>schema</a:t>
                      </a:r>
                      <a:r>
                        <a:rPr lang="zh-CN" alt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dirty="0"/>
                        <a:t>海量存储作为统一的数据底座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963675"/>
                  </a:ext>
                </a:extLst>
              </a:tr>
              <a:tr h="457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chemeClr val="tx1"/>
                          </a:solidFill>
                          <a:effectLst/>
                          <a:latin typeface="+mn-lt"/>
                          <a:ea typeface="+mn-ea"/>
                          <a:cs typeface="+mn-cs"/>
                        </a:rPr>
                        <a:t>对海量数据有管理能力</a:t>
                      </a:r>
                      <a:r>
                        <a:rPr lang="en-US" altLang="zh-CN" sz="18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chemeClr val="tx1"/>
                          </a:solidFill>
                          <a:effectLst/>
                          <a:latin typeface="+mn-lt"/>
                          <a:ea typeface="+mn-ea"/>
                          <a:cs typeface="+mn-cs"/>
                        </a:rPr>
                        <a:t>事务型写入、高效查询能力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t>任意结构的数据：文档、语音、视频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6759866"/>
                  </a:ext>
                </a:extLst>
              </a:tr>
              <a:tr h="457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chemeClr val="tx1"/>
                          </a:solidFill>
                          <a:effectLst/>
                          <a:latin typeface="+mn-lt"/>
                          <a:ea typeface="+mn-ea"/>
                          <a:cs typeface="+mn-cs"/>
                        </a:rPr>
                        <a:t>数据湖的下游应用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t>长期存在、低成本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206208"/>
                  </a:ext>
                </a:extLst>
              </a:tr>
            </a:tbl>
          </a:graphicData>
        </a:graphic>
      </p:graphicFrame>
      <p:sp>
        <p:nvSpPr>
          <p:cNvPr id="13" name="TextBox 12">
            <a:extLst>
              <a:ext uri="{FF2B5EF4-FFF2-40B4-BE49-F238E27FC236}">
                <a16:creationId xmlns:a16="http://schemas.microsoft.com/office/drawing/2014/main" id="{BA2E73DC-7D00-A568-A472-18DED7153D54}"/>
              </a:ext>
            </a:extLst>
          </p:cNvPr>
          <p:cNvSpPr txBox="1"/>
          <p:nvPr/>
        </p:nvSpPr>
        <p:spPr>
          <a:xfrm>
            <a:off x="8098971" y="1190171"/>
            <a:ext cx="3512457" cy="4266297"/>
          </a:xfrm>
          <a:prstGeom prst="rect">
            <a:avLst/>
          </a:prstGeom>
          <a:noFill/>
        </p:spPr>
        <p:txBody>
          <a:bodyPr wrap="squar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zh-CN" altLang="en-US" sz="2000" b="1" kern="1200" dirty="0">
                <a:solidFill>
                  <a:schemeClr val="tx1"/>
                </a:solidFill>
                <a:ea typeface="+mn-ea"/>
                <a:cs typeface="+mn-cs"/>
              </a:rPr>
              <a:t>湖仓一体</a:t>
            </a:r>
            <a:endParaRPr lang="en-US" altLang="zh-CN" sz="2000" b="1" kern="1200" dirty="0">
              <a:solidFill>
                <a:schemeClr val="tx1"/>
              </a:solidFill>
              <a:ea typeface="+mn-ea"/>
              <a:cs typeface="+mn-cs"/>
            </a:endParaRPr>
          </a:p>
          <a:p>
            <a:pPr marL="0" indent="0" algn="l" defTabSz="914400" rtl="0" eaLnBrk="1" latinLnBrk="0" hangingPunct="1">
              <a:lnSpc>
                <a:spcPct val="110000"/>
              </a:lnSpc>
              <a:spcBef>
                <a:spcPts val="300"/>
              </a:spcBef>
              <a:spcAft>
                <a:spcPts val="300"/>
              </a:spcAft>
              <a:buFontTx/>
              <a:buNone/>
            </a:pPr>
            <a:r>
              <a:rPr lang="en-US" altLang="zh-CN" sz="1600" b="0" i="0" dirty="0" err="1">
                <a:solidFill>
                  <a:srgbClr val="191B1F"/>
                </a:solidFill>
                <a:effectLst/>
                <a:latin typeface="-apple-system"/>
              </a:rPr>
              <a:t>DataBricks</a:t>
            </a:r>
            <a:r>
              <a:rPr lang="zh-CN" altLang="en-US" sz="1600" b="0" i="0" dirty="0">
                <a:solidFill>
                  <a:srgbClr val="191B1F"/>
                </a:solidFill>
                <a:effectLst/>
                <a:latin typeface="-apple-system"/>
              </a:rPr>
              <a:t>公司</a:t>
            </a:r>
            <a:r>
              <a:rPr lang="zh-CN" altLang="en-US" sz="1600" dirty="0">
                <a:solidFill>
                  <a:srgbClr val="191B1F"/>
                </a:solidFill>
                <a:latin typeface="-apple-system"/>
              </a:rPr>
              <a:t>的定义：</a:t>
            </a:r>
            <a:r>
              <a:rPr lang="zh-CN" altLang="en-US" sz="1600" b="0" i="0" dirty="0">
                <a:solidFill>
                  <a:srgbClr val="191B1F"/>
                </a:solidFill>
                <a:effectLst/>
                <a:latin typeface="-apple-system"/>
              </a:rPr>
              <a:t>直接在用于数据湖的低成本存储上实现与数据仓库中类似的数据结构和数据管理功能</a:t>
            </a:r>
            <a:endParaRPr lang="en-US" altLang="zh-CN" sz="1600" b="0" i="0" dirty="0">
              <a:solidFill>
                <a:srgbClr val="191B1F"/>
              </a:solidFill>
              <a:effectLst/>
              <a:latin typeface="-apple-system"/>
            </a:endParaRPr>
          </a:p>
          <a:p>
            <a:pPr marL="285750" indent="-285750" algn="l" defTabSz="914400" rtl="0" eaLnBrk="1" latinLnBrk="0" hangingPunct="1">
              <a:lnSpc>
                <a:spcPct val="110000"/>
              </a:lnSpc>
              <a:spcBef>
                <a:spcPts val="300"/>
              </a:spcBef>
              <a:spcAft>
                <a:spcPts val="300"/>
              </a:spcAft>
              <a:buFont typeface="Wingdings" panose="05000000000000000000" pitchFamily="2" charset="2"/>
              <a:buChar char="Ø"/>
            </a:pPr>
            <a:r>
              <a:rPr lang="zh-CN" altLang="en-US" sz="1600" kern="1200" dirty="0">
                <a:solidFill>
                  <a:schemeClr val="tx1"/>
                </a:solidFill>
                <a:ea typeface="+mn-ea"/>
                <a:cs typeface="+mn-cs"/>
              </a:rPr>
              <a:t>事务支持</a:t>
            </a:r>
            <a:endParaRPr lang="en-US" altLang="zh-CN" sz="1600" kern="1200" dirty="0">
              <a:solidFill>
                <a:schemeClr val="tx1"/>
              </a:solidFill>
              <a:ea typeface="+mn-ea"/>
              <a:cs typeface="+mn-cs"/>
            </a:endParaRPr>
          </a:p>
          <a:p>
            <a:pPr marL="285750" indent="-285750" algn="l" defTabSz="914400" rtl="0" eaLnBrk="1" latinLnBrk="0" hangingPunct="1">
              <a:lnSpc>
                <a:spcPct val="110000"/>
              </a:lnSpc>
              <a:spcBef>
                <a:spcPts val="300"/>
              </a:spcBef>
              <a:spcAft>
                <a:spcPts val="300"/>
              </a:spcAft>
              <a:buFont typeface="Wingdings" panose="05000000000000000000" pitchFamily="2" charset="2"/>
              <a:buChar char="Ø"/>
            </a:pPr>
            <a:r>
              <a:rPr lang="zh-CN" altLang="en-US" sz="1600" dirty="0"/>
              <a:t>模式实施和治理</a:t>
            </a:r>
            <a:endParaRPr lang="en-US" altLang="zh-CN" sz="1600" dirty="0"/>
          </a:p>
          <a:p>
            <a:pPr marL="285750" indent="-285750" algn="l" defTabSz="914400" rtl="0" eaLnBrk="1" latinLnBrk="0" hangingPunct="1">
              <a:lnSpc>
                <a:spcPct val="110000"/>
              </a:lnSpc>
              <a:spcBef>
                <a:spcPts val="300"/>
              </a:spcBef>
              <a:spcAft>
                <a:spcPts val="300"/>
              </a:spcAft>
              <a:buFont typeface="Wingdings" panose="05000000000000000000" pitchFamily="2" charset="2"/>
              <a:buChar char="Ø"/>
            </a:pPr>
            <a:r>
              <a:rPr lang="zh-CN" altLang="en-US" sz="1600" kern="1200" dirty="0">
                <a:solidFill>
                  <a:schemeClr val="tx1"/>
                </a:solidFill>
                <a:ea typeface="+mn-ea"/>
                <a:cs typeface="+mn-cs"/>
              </a:rPr>
              <a:t>存储计算分离</a:t>
            </a:r>
            <a:endParaRPr lang="en-US" altLang="zh-CN" sz="1600" kern="1200" dirty="0">
              <a:solidFill>
                <a:schemeClr val="tx1"/>
              </a:solidFill>
              <a:ea typeface="+mn-ea"/>
              <a:cs typeface="+mn-cs"/>
            </a:endParaRPr>
          </a:p>
          <a:p>
            <a:pPr marL="285750" indent="-285750" algn="l" defTabSz="914400" rtl="0" eaLnBrk="1" latinLnBrk="0" hangingPunct="1">
              <a:lnSpc>
                <a:spcPct val="110000"/>
              </a:lnSpc>
              <a:spcBef>
                <a:spcPts val="300"/>
              </a:spcBef>
              <a:spcAft>
                <a:spcPts val="300"/>
              </a:spcAft>
              <a:buFont typeface="Wingdings" panose="05000000000000000000" pitchFamily="2" charset="2"/>
              <a:buChar char="Ø"/>
            </a:pPr>
            <a:r>
              <a:rPr lang="zh-CN" altLang="en-US" sz="1600" dirty="0"/>
              <a:t>兼丰富的下游使用场景：报表分析、</a:t>
            </a:r>
            <a:r>
              <a:rPr lang="zh-CN" altLang="en-US" sz="1600" kern="1200" dirty="0">
                <a:solidFill>
                  <a:schemeClr val="tx1"/>
                </a:solidFill>
                <a:ea typeface="+mn-ea"/>
                <a:cs typeface="+mn-cs"/>
              </a:rPr>
              <a:t>数据科学、数据分析和</a:t>
            </a:r>
            <a:r>
              <a:rPr lang="zh-CN" altLang="en-US" sz="1600" dirty="0"/>
              <a:t>机器学习</a:t>
            </a:r>
            <a:endParaRPr lang="en-US" altLang="zh-CN" sz="1600" dirty="0"/>
          </a:p>
          <a:p>
            <a:pPr marL="285750" indent="-285750" algn="l" defTabSz="914400" rtl="0" eaLnBrk="1" latinLnBrk="0" hangingPunct="1">
              <a:lnSpc>
                <a:spcPct val="110000"/>
              </a:lnSpc>
              <a:spcBef>
                <a:spcPts val="300"/>
              </a:spcBef>
              <a:spcAft>
                <a:spcPts val="300"/>
              </a:spcAft>
              <a:buFont typeface="Wingdings" panose="05000000000000000000" pitchFamily="2" charset="2"/>
              <a:buChar char="Ø"/>
            </a:pPr>
            <a:r>
              <a:rPr lang="zh-CN" altLang="en-US" sz="1600" kern="1200" dirty="0">
                <a:solidFill>
                  <a:srgbClr val="FF0000"/>
                </a:solidFill>
                <a:ea typeface="+mn-ea"/>
                <a:cs typeface="+mn-cs"/>
              </a:rPr>
              <a:t>数仓中的热数据与数据湖中的冷数据统一管理、查询</a:t>
            </a:r>
            <a:endParaRPr lang="en-US" altLang="zh-CN" sz="1600" kern="1200" dirty="0">
              <a:solidFill>
                <a:srgbClr val="FF0000"/>
              </a:solidFill>
              <a:ea typeface="+mn-ea"/>
              <a:cs typeface="+mn-cs"/>
            </a:endParaRPr>
          </a:p>
          <a:p>
            <a:pPr marL="342900" indent="-342900" algn="l" defTabSz="914400" rtl="0" eaLnBrk="1" latinLnBrk="0" hangingPunct="1">
              <a:lnSpc>
                <a:spcPct val="110000"/>
              </a:lnSpc>
              <a:spcBef>
                <a:spcPts val="300"/>
              </a:spcBef>
              <a:spcAft>
                <a:spcPts val="300"/>
              </a:spcAft>
              <a:buFont typeface="Arial" panose="020B0604020202020204" pitchFamily="34" charset="0"/>
              <a:buChar char="•"/>
            </a:pPr>
            <a:endParaRPr lang="zh-CN" altLang="en-US" sz="2000" b="1" kern="1200" dirty="0">
              <a:solidFill>
                <a:schemeClr val="tx1"/>
              </a:solidFill>
              <a:ea typeface="+mn-ea"/>
              <a:cs typeface="+mn-cs"/>
            </a:endParaRPr>
          </a:p>
        </p:txBody>
      </p:sp>
      <p:sp>
        <p:nvSpPr>
          <p:cNvPr id="3" name="TextBox 2">
            <a:extLst>
              <a:ext uri="{FF2B5EF4-FFF2-40B4-BE49-F238E27FC236}">
                <a16:creationId xmlns:a16="http://schemas.microsoft.com/office/drawing/2014/main" id="{79E4A3E5-FDC8-D46C-2014-3C937A921D06}"/>
              </a:ext>
            </a:extLst>
          </p:cNvPr>
          <p:cNvSpPr txBox="1"/>
          <p:nvPr/>
        </p:nvSpPr>
        <p:spPr>
          <a:xfrm>
            <a:off x="2297219" y="4041514"/>
            <a:ext cx="3536843" cy="315216"/>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en-US" altLang="zh-CN" sz="1400" dirty="0">
                <a:hlinkClick r:id="rId3"/>
              </a:rPr>
              <a:t>What Is a Lakehouse? | Databricks Blog</a:t>
            </a:r>
            <a:endParaRPr lang="zh-CN" altLang="en-US" sz="1400" kern="1200" dirty="0" err="1">
              <a:solidFill>
                <a:schemeClr val="tx1"/>
              </a:solidFill>
              <a:latin typeface="+mn-lt"/>
              <a:ea typeface="+mn-ea"/>
              <a:cs typeface="+mn-cs"/>
            </a:endParaRPr>
          </a:p>
        </p:txBody>
      </p:sp>
    </p:spTree>
    <p:extLst>
      <p:ext uri="{BB962C8B-B14F-4D97-AF65-F5344CB8AC3E}">
        <p14:creationId xmlns:p14="http://schemas.microsoft.com/office/powerpoint/2010/main" val="856580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943D-C2A4-EB60-65F1-AEF026F09AE0}"/>
              </a:ext>
            </a:extLst>
          </p:cNvPr>
          <p:cNvSpPr>
            <a:spLocks noGrp="1"/>
          </p:cNvSpPr>
          <p:nvPr>
            <p:ph type="title"/>
          </p:nvPr>
        </p:nvSpPr>
        <p:spPr>
          <a:xfrm>
            <a:off x="330199" y="406800"/>
            <a:ext cx="11325600" cy="986400"/>
          </a:xfrm>
        </p:spPr>
        <p:txBody>
          <a:bodyPr/>
          <a:lstStyle/>
          <a:p>
            <a:r>
              <a:rPr lang="en-US" altLang="zh-CN" b="1" dirty="0" err="1"/>
              <a:t>DataLake</a:t>
            </a:r>
            <a:endParaRPr lang="zh-CN" altLang="en-US" b="1" dirty="0"/>
          </a:p>
        </p:txBody>
      </p:sp>
      <p:sp>
        <p:nvSpPr>
          <p:cNvPr id="3" name="Content Placeholder 2">
            <a:extLst>
              <a:ext uri="{FF2B5EF4-FFF2-40B4-BE49-F238E27FC236}">
                <a16:creationId xmlns:a16="http://schemas.microsoft.com/office/drawing/2014/main" id="{A9700799-2525-9A5E-F452-F65BF7A34DC0}"/>
              </a:ext>
            </a:extLst>
          </p:cNvPr>
          <p:cNvSpPr>
            <a:spLocks noGrp="1"/>
          </p:cNvSpPr>
          <p:nvPr>
            <p:ph idx="1"/>
          </p:nvPr>
        </p:nvSpPr>
        <p:spPr>
          <a:xfrm>
            <a:off x="330199" y="1463374"/>
            <a:ext cx="4262121" cy="3832614"/>
          </a:xfrm>
        </p:spPr>
        <p:txBody>
          <a:bodyPr/>
          <a:lstStyle/>
          <a:p>
            <a:pPr marL="0" indent="0">
              <a:buClrTx/>
              <a:buNone/>
            </a:pPr>
            <a:r>
              <a:rPr lang="zh-CN" altLang="en-US" sz="1600" b="1" dirty="0"/>
              <a:t>背景与痛点：</a:t>
            </a:r>
            <a:endParaRPr lang="en-US" altLang="zh-CN" sz="1600" b="1" dirty="0"/>
          </a:p>
          <a:p>
            <a:pPr lvl="1">
              <a:buClrTx/>
              <a:buFont typeface="Wingdings" panose="05000000000000000000" pitchFamily="2" charset="2"/>
              <a:buChar char="Ø"/>
            </a:pPr>
            <a:r>
              <a:rPr lang="zh-CN" altLang="en-US" sz="1600" dirty="0"/>
              <a:t>数据湖的存储一般采用低成本易扩展的对象存储：</a:t>
            </a:r>
            <a:r>
              <a:rPr lang="en-US" altLang="zh-CN" sz="1600" dirty="0"/>
              <a:t>AWS S3</a:t>
            </a:r>
            <a:r>
              <a:rPr lang="zh-CN" altLang="en-US" sz="1600" dirty="0"/>
              <a:t>、 </a:t>
            </a:r>
            <a:r>
              <a:rPr lang="en-US" altLang="zh-CN" sz="1600" dirty="0"/>
              <a:t>Ali OSS</a:t>
            </a:r>
          </a:p>
          <a:p>
            <a:pPr lvl="1">
              <a:buClrTx/>
              <a:buFont typeface="Wingdings" panose="05000000000000000000" pitchFamily="2" charset="2"/>
              <a:buChar char="Ø"/>
            </a:pPr>
            <a:r>
              <a:rPr lang="zh-CN" altLang="en-US" sz="1600" dirty="0"/>
              <a:t>高延迟、无事务、最终一致性</a:t>
            </a:r>
            <a:endParaRPr lang="en-US" altLang="zh-CN" sz="1600" dirty="0"/>
          </a:p>
          <a:p>
            <a:pPr lvl="1">
              <a:buClrTx/>
              <a:buFont typeface="Wingdings" panose="05000000000000000000" pitchFamily="2" charset="2"/>
              <a:buChar char="Ø"/>
            </a:pPr>
            <a:endParaRPr lang="en-US" altLang="zh-CN" sz="1600" dirty="0"/>
          </a:p>
          <a:p>
            <a:pPr marL="0" indent="0">
              <a:buClrTx/>
              <a:buNone/>
            </a:pPr>
            <a:r>
              <a:rPr lang="zh-CN" altLang="en-US" sz="1600" b="1" dirty="0"/>
              <a:t>数据存储管理中间件：</a:t>
            </a:r>
            <a:endParaRPr lang="en-US" altLang="zh-CN" sz="1600" b="1" dirty="0"/>
          </a:p>
          <a:p>
            <a:pPr marL="0" indent="0">
              <a:buClrTx/>
              <a:buNone/>
            </a:pPr>
            <a:r>
              <a:rPr lang="zh-CN" altLang="en-US" sz="1600" dirty="0"/>
              <a:t>元数据管理、行列文件存储格式、外接存储、处理、分析引擎</a:t>
            </a:r>
            <a:endParaRPr lang="en-US" altLang="zh-CN" sz="1600" dirty="0"/>
          </a:p>
          <a:p>
            <a:pPr lvl="1">
              <a:buClrTx/>
              <a:buFont typeface="Wingdings" panose="05000000000000000000" pitchFamily="2" charset="2"/>
              <a:buChar char="Ø"/>
            </a:pPr>
            <a:r>
              <a:rPr lang="en-US" altLang="zh-CN" sz="1600" dirty="0"/>
              <a:t>Delta Lake – </a:t>
            </a:r>
            <a:r>
              <a:rPr lang="en-US" altLang="zh-CN" sz="1600" dirty="0" err="1"/>
              <a:t>DataBricks</a:t>
            </a:r>
            <a:endParaRPr lang="en-US" altLang="zh-CN" sz="1600" dirty="0"/>
          </a:p>
          <a:p>
            <a:pPr lvl="1">
              <a:buClrTx/>
              <a:buFont typeface="Wingdings" panose="05000000000000000000" pitchFamily="2" charset="2"/>
              <a:buChar char="Ø"/>
            </a:pPr>
            <a:r>
              <a:rPr lang="en-US" altLang="zh-CN" sz="1600" dirty="0"/>
              <a:t>Apache Hudi - Uber</a:t>
            </a:r>
          </a:p>
          <a:p>
            <a:pPr lvl="1">
              <a:buClrTx/>
              <a:buFont typeface="Wingdings" panose="05000000000000000000" pitchFamily="2" charset="2"/>
              <a:buChar char="Ø"/>
            </a:pPr>
            <a:r>
              <a:rPr lang="en-US" altLang="zh-CN" sz="1600" dirty="0"/>
              <a:t>Apache </a:t>
            </a:r>
            <a:r>
              <a:rPr lang="en-US" altLang="zh-CN" sz="1600" dirty="0" err="1"/>
              <a:t>Iceburgh</a:t>
            </a:r>
            <a:r>
              <a:rPr lang="en-US" altLang="zh-CN" sz="1600" dirty="0"/>
              <a:t> - Netflix</a:t>
            </a:r>
          </a:p>
          <a:p>
            <a:pPr marL="0" indent="0">
              <a:buClrTx/>
              <a:buNone/>
            </a:pPr>
            <a:endParaRPr lang="en-US" altLang="zh-CN" sz="1600" b="1" dirty="0"/>
          </a:p>
          <a:p>
            <a:pPr lvl="1">
              <a:buClrTx/>
            </a:pPr>
            <a:endParaRPr lang="en-US" altLang="zh-CN" dirty="0"/>
          </a:p>
        </p:txBody>
      </p:sp>
      <p:sp>
        <p:nvSpPr>
          <p:cNvPr id="5" name="Date Placeholder 4">
            <a:extLst>
              <a:ext uri="{FF2B5EF4-FFF2-40B4-BE49-F238E27FC236}">
                <a16:creationId xmlns:a16="http://schemas.microsoft.com/office/drawing/2014/main" id="{5BC75BD8-7C8C-0926-0430-ABC7079B0F03}"/>
              </a:ext>
            </a:extLst>
          </p:cNvPr>
          <p:cNvSpPr>
            <a:spLocks noGrp="1"/>
          </p:cNvSpPr>
          <p:nvPr>
            <p:ph type="dt" sz="half" idx="10"/>
          </p:nvPr>
        </p:nvSpPr>
        <p:spPr/>
        <p:txBody>
          <a:bodyPr/>
          <a:lstStyle/>
          <a:p>
            <a:fld id="{58F10841-5A36-40F0-ADDB-DD39BC5AEF11}"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B3539216-DC30-C745-47BB-E503249E1EFF}"/>
              </a:ext>
            </a:extLst>
          </p:cNvPr>
          <p:cNvSpPr>
            <a:spLocks noGrp="1"/>
          </p:cNvSpPr>
          <p:nvPr>
            <p:ph type="ftr" sz="quarter" idx="11"/>
          </p:nvPr>
        </p:nvSpPr>
        <p:spPr/>
        <p:txBody>
          <a:bodyPr/>
          <a:lstStyle/>
          <a:p>
            <a:endParaRPr lang="zh-CN" altLang="en-US" dirty="0"/>
          </a:p>
        </p:txBody>
      </p:sp>
      <p:sp>
        <p:nvSpPr>
          <p:cNvPr id="7" name="Slide Number Placeholder 6">
            <a:extLst>
              <a:ext uri="{FF2B5EF4-FFF2-40B4-BE49-F238E27FC236}">
                <a16:creationId xmlns:a16="http://schemas.microsoft.com/office/drawing/2014/main" id="{33FAC2BD-7716-47F8-5428-E1CD80FA116E}"/>
              </a:ext>
            </a:extLst>
          </p:cNvPr>
          <p:cNvSpPr>
            <a:spLocks noGrp="1"/>
          </p:cNvSpPr>
          <p:nvPr>
            <p:ph type="sldNum" sz="quarter" idx="12"/>
          </p:nvPr>
        </p:nvSpPr>
        <p:spPr/>
        <p:txBody>
          <a:bodyPr/>
          <a:lstStyle/>
          <a:p>
            <a:fld id="{23AA811B-2EBD-4900-905E-5BE206449611}" type="slidenum">
              <a:rPr lang="en-US" altLang="zh-CN" smtClean="0"/>
              <a:pPr/>
              <a:t>17</a:t>
            </a:fld>
            <a:endParaRPr lang="zh-CN" altLang="en-US" dirty="0"/>
          </a:p>
        </p:txBody>
      </p:sp>
      <p:pic>
        <p:nvPicPr>
          <p:cNvPr id="9" name="Picture 8">
            <a:extLst>
              <a:ext uri="{FF2B5EF4-FFF2-40B4-BE49-F238E27FC236}">
                <a16:creationId xmlns:a16="http://schemas.microsoft.com/office/drawing/2014/main" id="{3E109C5A-B1F2-29E4-43C7-8F54F264496B}"/>
              </a:ext>
            </a:extLst>
          </p:cNvPr>
          <p:cNvPicPr>
            <a:picLocks noChangeAspect="1"/>
          </p:cNvPicPr>
          <p:nvPr/>
        </p:nvPicPr>
        <p:blipFill>
          <a:blip r:embed="rId2"/>
          <a:stretch>
            <a:fillRect/>
          </a:stretch>
        </p:blipFill>
        <p:spPr>
          <a:xfrm>
            <a:off x="4693920" y="1138225"/>
            <a:ext cx="7300524" cy="420708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0" name="TextBox 9">
            <a:extLst>
              <a:ext uri="{FF2B5EF4-FFF2-40B4-BE49-F238E27FC236}">
                <a16:creationId xmlns:a16="http://schemas.microsoft.com/office/drawing/2014/main" id="{C46CCCBF-36B0-4FF7-AB66-C16C51B1532C}"/>
              </a:ext>
            </a:extLst>
          </p:cNvPr>
          <p:cNvSpPr txBox="1"/>
          <p:nvPr/>
        </p:nvSpPr>
        <p:spPr>
          <a:xfrm>
            <a:off x="7826598" y="5562167"/>
            <a:ext cx="2557408" cy="315216"/>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en-US" altLang="zh-CN" sz="1400" dirty="0">
                <a:hlinkClick r:id="rId3"/>
              </a:rPr>
              <a:t>What is Hudi | Apache Hudi</a:t>
            </a:r>
            <a:endParaRPr lang="zh-CN" altLang="en-US" sz="1400" i="1" kern="1200" dirty="0">
              <a:solidFill>
                <a:schemeClr val="tx1"/>
              </a:solidFill>
              <a:latin typeface="+mn-lt"/>
              <a:ea typeface="+mn-ea"/>
              <a:cs typeface="+mn-cs"/>
            </a:endParaRPr>
          </a:p>
        </p:txBody>
      </p:sp>
    </p:spTree>
    <p:extLst>
      <p:ext uri="{BB962C8B-B14F-4D97-AF65-F5344CB8AC3E}">
        <p14:creationId xmlns:p14="http://schemas.microsoft.com/office/powerpoint/2010/main" val="2980342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8FAD6-AD84-3D27-D660-E1BE4C06648E}"/>
              </a:ext>
            </a:extLst>
          </p:cNvPr>
          <p:cNvSpPr>
            <a:spLocks noGrp="1"/>
          </p:cNvSpPr>
          <p:nvPr>
            <p:ph type="title"/>
          </p:nvPr>
        </p:nvSpPr>
        <p:spPr>
          <a:xfrm>
            <a:off x="430938" y="217506"/>
            <a:ext cx="8737400" cy="647681"/>
          </a:xfrm>
        </p:spPr>
        <p:txBody>
          <a:bodyPr/>
          <a:lstStyle/>
          <a:p>
            <a:pPr algn="l"/>
            <a:r>
              <a:rPr lang="zh-CN" altLang="en-US" sz="2000" b="0" i="0" u="sng" dirty="0">
                <a:solidFill>
                  <a:srgbClr val="2A2935"/>
                </a:solidFill>
                <a:effectLst/>
                <a:latin typeface="PingFang SC"/>
                <a:hlinkClick r:id="rId3"/>
              </a:rPr>
              <a:t>美团基于 </a:t>
            </a:r>
            <a:r>
              <a:rPr lang="en-US" altLang="zh-CN" sz="2000" b="0" i="0" u="sng" dirty="0" err="1">
                <a:solidFill>
                  <a:srgbClr val="2A2935"/>
                </a:solidFill>
                <a:effectLst/>
                <a:latin typeface="PingFang SC"/>
                <a:hlinkClick r:id="rId3"/>
              </a:rPr>
              <a:t>Flink</a:t>
            </a:r>
            <a:r>
              <a:rPr lang="en-US" altLang="zh-CN" sz="2000" b="0" i="0" u="sng" dirty="0">
                <a:solidFill>
                  <a:srgbClr val="2A2935"/>
                </a:solidFill>
                <a:effectLst/>
                <a:latin typeface="PingFang SC"/>
                <a:hlinkClick r:id="rId3"/>
              </a:rPr>
              <a:t> </a:t>
            </a:r>
            <a:r>
              <a:rPr lang="zh-CN" altLang="en-US" sz="2000" b="0" i="0" u="sng" dirty="0">
                <a:solidFill>
                  <a:srgbClr val="2A2935"/>
                </a:solidFill>
                <a:effectLst/>
                <a:latin typeface="PingFang SC"/>
                <a:hlinkClick r:id="rId3"/>
              </a:rPr>
              <a:t>的实时数仓建设实践</a:t>
            </a:r>
            <a:r>
              <a:rPr lang="zh-CN" altLang="en-US" sz="2000" b="0" i="0" u="sng" dirty="0">
                <a:solidFill>
                  <a:srgbClr val="2A2935"/>
                </a:solidFill>
                <a:effectLst/>
                <a:latin typeface="PingFang SC"/>
              </a:rPr>
              <a:t> （</a:t>
            </a:r>
            <a:r>
              <a:rPr lang="en-US" altLang="zh-CN" sz="2000" b="0" i="0" u="sng" dirty="0">
                <a:solidFill>
                  <a:srgbClr val="2A2935"/>
                </a:solidFill>
                <a:effectLst/>
                <a:latin typeface="PingFang SC"/>
              </a:rPr>
              <a:t>2018</a:t>
            </a:r>
            <a:r>
              <a:rPr lang="zh-CN" altLang="en-US" sz="2000" b="0" i="0" u="sng" dirty="0">
                <a:solidFill>
                  <a:srgbClr val="2A2935"/>
                </a:solidFill>
                <a:effectLst/>
                <a:latin typeface="PingFang SC"/>
              </a:rPr>
              <a:t>）</a:t>
            </a:r>
            <a:endParaRPr lang="zh-CN" altLang="en-US" sz="2000" b="0" i="0" dirty="0">
              <a:solidFill>
                <a:srgbClr val="2A2935"/>
              </a:solidFill>
              <a:effectLst/>
              <a:latin typeface="PingFang SC"/>
            </a:endParaRPr>
          </a:p>
        </p:txBody>
      </p:sp>
      <p:sp>
        <p:nvSpPr>
          <p:cNvPr id="4" name="Date Placeholder 3">
            <a:extLst>
              <a:ext uri="{FF2B5EF4-FFF2-40B4-BE49-F238E27FC236}">
                <a16:creationId xmlns:a16="http://schemas.microsoft.com/office/drawing/2014/main" id="{C29BB84C-EAA9-FCA5-A3D7-7CA6853C72D3}"/>
              </a:ext>
            </a:extLst>
          </p:cNvPr>
          <p:cNvSpPr>
            <a:spLocks noGrp="1"/>
          </p:cNvSpPr>
          <p:nvPr>
            <p:ph type="dt" sz="half" idx="14"/>
          </p:nvPr>
        </p:nvSpPr>
        <p:spPr/>
        <p:txBody>
          <a:bodyPr/>
          <a:lstStyle/>
          <a:p>
            <a:fld id="{C3207314-5FFD-41D0-A5AD-EA1991DC020C}"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317633DA-88C8-6AFA-23AC-B06F923B5BF8}"/>
              </a:ext>
            </a:extLst>
          </p:cNvPr>
          <p:cNvSpPr>
            <a:spLocks noGrp="1"/>
          </p:cNvSpPr>
          <p:nvPr>
            <p:ph type="ftr" sz="quarter" idx="15"/>
          </p:nvPr>
        </p:nvSpPr>
        <p:spPr/>
        <p:txBody>
          <a:bodyPr/>
          <a:lstStyle/>
          <a:p>
            <a:endParaRPr lang="zh-CN" altLang="en-US" dirty="0"/>
          </a:p>
        </p:txBody>
      </p:sp>
      <p:sp>
        <p:nvSpPr>
          <p:cNvPr id="6" name="Slide Number Placeholder 5">
            <a:extLst>
              <a:ext uri="{FF2B5EF4-FFF2-40B4-BE49-F238E27FC236}">
                <a16:creationId xmlns:a16="http://schemas.microsoft.com/office/drawing/2014/main" id="{1D2B232B-BDE6-CD55-843B-B3491C06593F}"/>
              </a:ext>
            </a:extLst>
          </p:cNvPr>
          <p:cNvSpPr>
            <a:spLocks noGrp="1"/>
          </p:cNvSpPr>
          <p:nvPr>
            <p:ph type="sldNum" sz="quarter" idx="16"/>
          </p:nvPr>
        </p:nvSpPr>
        <p:spPr/>
        <p:txBody>
          <a:bodyPr/>
          <a:lstStyle/>
          <a:p>
            <a:fld id="{23AA811B-2EBD-4900-905E-5BE206449611}" type="slidenum">
              <a:rPr lang="en-US" altLang="zh-CN" smtClean="0"/>
              <a:pPr/>
              <a:t>18</a:t>
            </a:fld>
            <a:endParaRPr lang="zh-CN" altLang="en-US" dirty="0"/>
          </a:p>
        </p:txBody>
      </p:sp>
      <p:pic>
        <p:nvPicPr>
          <p:cNvPr id="9" name="Picture 8">
            <a:extLst>
              <a:ext uri="{FF2B5EF4-FFF2-40B4-BE49-F238E27FC236}">
                <a16:creationId xmlns:a16="http://schemas.microsoft.com/office/drawing/2014/main" id="{1C3E6471-6BF3-1FA5-4641-5823FC88B2BC}"/>
              </a:ext>
            </a:extLst>
          </p:cNvPr>
          <p:cNvPicPr>
            <a:picLocks noChangeAspect="1"/>
          </p:cNvPicPr>
          <p:nvPr/>
        </p:nvPicPr>
        <p:blipFill>
          <a:blip r:embed="rId4"/>
          <a:stretch>
            <a:fillRect/>
          </a:stretch>
        </p:blipFill>
        <p:spPr>
          <a:xfrm>
            <a:off x="430939" y="621836"/>
            <a:ext cx="4506822" cy="2706521"/>
          </a:xfrm>
          <a:prstGeom prst="rect">
            <a:avLst/>
          </a:prstGeom>
          <a:ln w="28575">
            <a:solidFill>
              <a:schemeClr val="tx1"/>
            </a:solidFill>
          </a:ln>
        </p:spPr>
      </p:pic>
      <p:pic>
        <p:nvPicPr>
          <p:cNvPr id="11" name="Picture 10">
            <a:extLst>
              <a:ext uri="{FF2B5EF4-FFF2-40B4-BE49-F238E27FC236}">
                <a16:creationId xmlns:a16="http://schemas.microsoft.com/office/drawing/2014/main" id="{9066AABA-E342-B35A-752E-7A170F9FFA79}"/>
              </a:ext>
            </a:extLst>
          </p:cNvPr>
          <p:cNvPicPr>
            <a:picLocks noChangeAspect="1"/>
          </p:cNvPicPr>
          <p:nvPr/>
        </p:nvPicPr>
        <p:blipFill>
          <a:blip r:embed="rId5"/>
          <a:stretch>
            <a:fillRect/>
          </a:stretch>
        </p:blipFill>
        <p:spPr>
          <a:xfrm>
            <a:off x="5360973" y="110258"/>
            <a:ext cx="4506822" cy="3268365"/>
          </a:xfrm>
          <a:prstGeom prst="rect">
            <a:avLst/>
          </a:prstGeom>
          <a:ln w="28575">
            <a:solidFill>
              <a:schemeClr val="tx1"/>
            </a:solidFill>
          </a:ln>
        </p:spPr>
      </p:pic>
      <p:pic>
        <p:nvPicPr>
          <p:cNvPr id="13" name="Picture 12">
            <a:extLst>
              <a:ext uri="{FF2B5EF4-FFF2-40B4-BE49-F238E27FC236}">
                <a16:creationId xmlns:a16="http://schemas.microsoft.com/office/drawing/2014/main" id="{6FAEA766-16DC-0FA0-554E-BD047291E1BA}"/>
              </a:ext>
            </a:extLst>
          </p:cNvPr>
          <p:cNvPicPr>
            <a:picLocks noChangeAspect="1"/>
          </p:cNvPicPr>
          <p:nvPr/>
        </p:nvPicPr>
        <p:blipFill>
          <a:blip r:embed="rId6"/>
          <a:stretch>
            <a:fillRect/>
          </a:stretch>
        </p:blipFill>
        <p:spPr>
          <a:xfrm>
            <a:off x="430938" y="4251160"/>
            <a:ext cx="5425620" cy="2200040"/>
          </a:xfrm>
          <a:prstGeom prst="rect">
            <a:avLst/>
          </a:prstGeom>
          <a:ln w="28575">
            <a:solidFill>
              <a:schemeClr val="tx1"/>
            </a:solidFill>
          </a:ln>
        </p:spPr>
      </p:pic>
      <p:pic>
        <p:nvPicPr>
          <p:cNvPr id="15" name="Picture 14">
            <a:extLst>
              <a:ext uri="{FF2B5EF4-FFF2-40B4-BE49-F238E27FC236}">
                <a16:creationId xmlns:a16="http://schemas.microsoft.com/office/drawing/2014/main" id="{A681E156-5AA9-EFC6-9EC7-B7B19973C317}"/>
              </a:ext>
            </a:extLst>
          </p:cNvPr>
          <p:cNvPicPr>
            <a:picLocks noChangeAspect="1"/>
          </p:cNvPicPr>
          <p:nvPr/>
        </p:nvPicPr>
        <p:blipFill>
          <a:blip r:embed="rId7"/>
          <a:stretch>
            <a:fillRect/>
          </a:stretch>
        </p:blipFill>
        <p:spPr>
          <a:xfrm>
            <a:off x="6096000" y="3865904"/>
            <a:ext cx="5442267" cy="2587214"/>
          </a:xfrm>
          <a:prstGeom prst="rect">
            <a:avLst/>
          </a:prstGeom>
          <a:ln w="28575">
            <a:solidFill>
              <a:schemeClr val="tx1"/>
            </a:solidFill>
          </a:ln>
        </p:spPr>
      </p:pic>
      <p:sp>
        <p:nvSpPr>
          <p:cNvPr id="16" name="TextBox 15">
            <a:extLst>
              <a:ext uri="{FF2B5EF4-FFF2-40B4-BE49-F238E27FC236}">
                <a16:creationId xmlns:a16="http://schemas.microsoft.com/office/drawing/2014/main" id="{AC4AB5A3-920F-E9EB-C62C-2FD826C9B97F}"/>
              </a:ext>
            </a:extLst>
          </p:cNvPr>
          <p:cNvSpPr txBox="1"/>
          <p:nvPr/>
        </p:nvSpPr>
        <p:spPr>
          <a:xfrm>
            <a:off x="302529" y="3658539"/>
            <a:ext cx="4362389" cy="414730"/>
          </a:xfrm>
          <a:prstGeom prst="rect">
            <a:avLst/>
          </a:prstGeom>
          <a:noFill/>
        </p:spPr>
        <p:txBody>
          <a:bodyPr wrap="none" lIns="90000" tIns="46800" rIns="90000" bIns="46800" rtlCol="0">
            <a:spAutoFit/>
          </a:bodyPr>
          <a:lstStyle/>
          <a:p>
            <a:pPr>
              <a:lnSpc>
                <a:spcPct val="110000"/>
              </a:lnSpc>
              <a:spcBef>
                <a:spcPts val="300"/>
              </a:spcBef>
              <a:spcAft>
                <a:spcPts val="300"/>
              </a:spcAft>
            </a:pPr>
            <a:r>
              <a:rPr lang="zh-CN" altLang="en-US" sz="2000" b="0" i="0" u="sng" dirty="0">
                <a:solidFill>
                  <a:srgbClr val="2A2935"/>
                </a:solidFill>
                <a:effectLst/>
                <a:latin typeface="PingFang SC"/>
                <a:hlinkClick r:id="rId8"/>
              </a:rPr>
              <a:t>美团外卖实时数仓建设实践</a:t>
            </a:r>
            <a:r>
              <a:rPr lang="zh-CN" altLang="en-US" sz="2000" b="0" i="0" u="sng" dirty="0">
                <a:effectLst/>
              </a:rPr>
              <a:t>（</a:t>
            </a:r>
            <a:r>
              <a:rPr lang="en-US" altLang="zh-CN" sz="2000" b="0" i="0" u="sng" dirty="0">
                <a:effectLst/>
              </a:rPr>
              <a:t>2021</a:t>
            </a:r>
            <a:r>
              <a:rPr lang="zh-CN" altLang="en-US" sz="2000" b="0" i="0" u="sng" dirty="0">
                <a:effectLst/>
              </a:rPr>
              <a:t>）</a:t>
            </a:r>
            <a:endParaRPr lang="zh-CN" altLang="en-US" sz="2000" b="0" i="0" dirty="0">
              <a:solidFill>
                <a:srgbClr val="2A2935"/>
              </a:solidFill>
              <a:effectLst/>
              <a:latin typeface="PingFang SC"/>
            </a:endParaRPr>
          </a:p>
        </p:txBody>
      </p:sp>
      <p:sp>
        <p:nvSpPr>
          <p:cNvPr id="17" name="TextBox 16">
            <a:extLst>
              <a:ext uri="{FF2B5EF4-FFF2-40B4-BE49-F238E27FC236}">
                <a16:creationId xmlns:a16="http://schemas.microsoft.com/office/drawing/2014/main" id="{38B15C74-CA99-3843-4195-BD56CA7AABBC}"/>
              </a:ext>
            </a:extLst>
          </p:cNvPr>
          <p:cNvSpPr txBox="1"/>
          <p:nvPr/>
        </p:nvSpPr>
        <p:spPr>
          <a:xfrm>
            <a:off x="1824029" y="3378623"/>
            <a:ext cx="1720641" cy="283668"/>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zh-CN" altLang="en-US" sz="1200" i="1" kern="1200" dirty="0">
                <a:solidFill>
                  <a:schemeClr val="tx1"/>
                </a:solidFill>
                <a:latin typeface="+mn-lt"/>
                <a:ea typeface="+mn-ea"/>
                <a:cs typeface="+mn-cs"/>
              </a:rPr>
              <a:t>实时数仓存储分层架构</a:t>
            </a:r>
          </a:p>
        </p:txBody>
      </p:sp>
      <p:sp>
        <p:nvSpPr>
          <p:cNvPr id="18" name="TextBox 17">
            <a:extLst>
              <a:ext uri="{FF2B5EF4-FFF2-40B4-BE49-F238E27FC236}">
                <a16:creationId xmlns:a16="http://schemas.microsoft.com/office/drawing/2014/main" id="{7CF96F53-C8CE-D312-7FEF-33E876127FE4}"/>
              </a:ext>
            </a:extLst>
          </p:cNvPr>
          <p:cNvSpPr txBox="1"/>
          <p:nvPr/>
        </p:nvSpPr>
        <p:spPr>
          <a:xfrm>
            <a:off x="6984896" y="3429000"/>
            <a:ext cx="1258976" cy="283668"/>
          </a:xfrm>
          <a:prstGeom prst="rect">
            <a:avLst/>
          </a:prstGeom>
          <a:noFill/>
        </p:spPr>
        <p:txBody>
          <a:bodyPr wrap="none" lIns="90000" tIns="46800" rIns="90000" bIns="46800" rtlCol="0">
            <a:spAutoFit/>
          </a:bodyPr>
          <a:lstStyle/>
          <a:p>
            <a:pPr marL="0" indent="0" algn="l" defTabSz="914400" rtl="0" eaLnBrk="1" latinLnBrk="0" hangingPunct="1">
              <a:lnSpc>
                <a:spcPct val="110000"/>
              </a:lnSpc>
              <a:spcBef>
                <a:spcPts val="300"/>
              </a:spcBef>
              <a:spcAft>
                <a:spcPts val="300"/>
              </a:spcAft>
              <a:buFontTx/>
              <a:buNone/>
            </a:pPr>
            <a:r>
              <a:rPr lang="zh-CN" altLang="en-US" sz="1200" i="1" kern="1200" dirty="0">
                <a:solidFill>
                  <a:schemeClr val="tx1"/>
                </a:solidFill>
                <a:latin typeface="+mn-lt"/>
                <a:ea typeface="+mn-ea"/>
                <a:cs typeface="+mn-cs"/>
              </a:rPr>
              <a:t>实时计算流程图</a:t>
            </a:r>
          </a:p>
        </p:txBody>
      </p:sp>
      <p:sp>
        <p:nvSpPr>
          <p:cNvPr id="19" name="TextBox 18">
            <a:extLst>
              <a:ext uri="{FF2B5EF4-FFF2-40B4-BE49-F238E27FC236}">
                <a16:creationId xmlns:a16="http://schemas.microsoft.com/office/drawing/2014/main" id="{F75436ED-66BC-3E20-51DF-C346299DC927}"/>
              </a:ext>
            </a:extLst>
          </p:cNvPr>
          <p:cNvSpPr txBox="1"/>
          <p:nvPr/>
        </p:nvSpPr>
        <p:spPr>
          <a:xfrm>
            <a:off x="2684349" y="6497185"/>
            <a:ext cx="797311" cy="286618"/>
          </a:xfrm>
          <a:prstGeom prst="rect">
            <a:avLst/>
          </a:prstGeom>
          <a:noFill/>
        </p:spPr>
        <p:txBody>
          <a:bodyPr wrap="none" lIns="90000" tIns="46800" rIns="90000" bIns="46800" rtlCol="0">
            <a:spAutoFit/>
          </a:bodyPr>
          <a:lstStyle/>
          <a:p>
            <a:pPr>
              <a:lnSpc>
                <a:spcPct val="110000"/>
              </a:lnSpc>
              <a:spcBef>
                <a:spcPts val="300"/>
              </a:spcBef>
              <a:spcAft>
                <a:spcPts val="300"/>
              </a:spcAft>
            </a:pPr>
            <a:r>
              <a:rPr lang="zh-CN" altLang="en-US" sz="1200" b="0" i="1" dirty="0">
                <a:solidFill>
                  <a:srgbClr val="2A2935"/>
                </a:solidFill>
                <a:effectLst/>
                <a:latin typeface="PingFang SC"/>
              </a:rPr>
              <a:t>流批结合</a:t>
            </a:r>
          </a:p>
        </p:txBody>
      </p:sp>
      <p:sp>
        <p:nvSpPr>
          <p:cNvPr id="20" name="TextBox 19">
            <a:extLst>
              <a:ext uri="{FF2B5EF4-FFF2-40B4-BE49-F238E27FC236}">
                <a16:creationId xmlns:a16="http://schemas.microsoft.com/office/drawing/2014/main" id="{6905A7EF-8654-4C39-91CB-BFBFFEE4866D}"/>
              </a:ext>
            </a:extLst>
          </p:cNvPr>
          <p:cNvSpPr txBox="1"/>
          <p:nvPr/>
        </p:nvSpPr>
        <p:spPr>
          <a:xfrm>
            <a:off x="8110701" y="6497185"/>
            <a:ext cx="1412864" cy="286618"/>
          </a:xfrm>
          <a:prstGeom prst="rect">
            <a:avLst/>
          </a:prstGeom>
          <a:noFill/>
        </p:spPr>
        <p:txBody>
          <a:bodyPr wrap="none" lIns="90000" tIns="46800" rIns="90000" bIns="46800" rtlCol="0">
            <a:spAutoFit/>
          </a:bodyPr>
          <a:lstStyle/>
          <a:p>
            <a:pPr>
              <a:lnSpc>
                <a:spcPct val="110000"/>
              </a:lnSpc>
              <a:spcBef>
                <a:spcPts val="300"/>
              </a:spcBef>
              <a:spcAft>
                <a:spcPts val="300"/>
              </a:spcAft>
            </a:pPr>
            <a:r>
              <a:rPr lang="zh-CN" altLang="en-US" sz="1200" b="0" i="1" dirty="0">
                <a:solidFill>
                  <a:srgbClr val="2A2935"/>
                </a:solidFill>
                <a:effectLst/>
                <a:latin typeface="PingFang SC"/>
              </a:rPr>
              <a:t>实时数仓架构设计</a:t>
            </a:r>
          </a:p>
        </p:txBody>
      </p:sp>
    </p:spTree>
    <p:extLst>
      <p:ext uri="{BB962C8B-B14F-4D97-AF65-F5344CB8AC3E}">
        <p14:creationId xmlns:p14="http://schemas.microsoft.com/office/powerpoint/2010/main" val="4059728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783CB-AA66-3970-BEBD-18BB395FC996}"/>
              </a:ext>
            </a:extLst>
          </p:cNvPr>
          <p:cNvSpPr>
            <a:spLocks noGrp="1"/>
          </p:cNvSpPr>
          <p:nvPr>
            <p:ph type="title"/>
          </p:nvPr>
        </p:nvSpPr>
        <p:spPr>
          <a:xfrm>
            <a:off x="259280" y="264761"/>
            <a:ext cx="9079230" cy="548039"/>
          </a:xfrm>
        </p:spPr>
        <p:txBody>
          <a:bodyPr/>
          <a:lstStyle/>
          <a:p>
            <a:r>
              <a:rPr lang="zh-CN" altLang="en-US" sz="2000" dirty="0">
                <a:hlinkClick r:id="rId2"/>
              </a:rPr>
              <a:t>从 </a:t>
            </a:r>
            <a:r>
              <a:rPr lang="en-US" altLang="zh-CN" sz="2000" dirty="0" err="1">
                <a:hlinkClick r:id="rId2"/>
              </a:rPr>
              <a:t>Clickhouse</a:t>
            </a:r>
            <a:r>
              <a:rPr lang="en-US" altLang="zh-CN" sz="2000" dirty="0">
                <a:hlinkClick r:id="rId2"/>
              </a:rPr>
              <a:t> </a:t>
            </a:r>
            <a:r>
              <a:rPr lang="zh-CN" altLang="en-US" sz="2000" dirty="0">
                <a:hlinkClick r:id="rId2"/>
              </a:rPr>
              <a:t>到 </a:t>
            </a:r>
            <a:r>
              <a:rPr lang="en-US" altLang="zh-CN" sz="2000" dirty="0">
                <a:hlinkClick r:id="rId2"/>
              </a:rPr>
              <a:t>Apache Doris</a:t>
            </a:r>
            <a:r>
              <a:rPr lang="zh-CN" altLang="en-US" sz="2000" dirty="0">
                <a:hlinkClick r:id="rId2"/>
              </a:rPr>
              <a:t>：有赞业务场景下性能测试与迁移验证</a:t>
            </a:r>
            <a:r>
              <a:rPr lang="zh-CN" altLang="en-US" sz="2000" dirty="0"/>
              <a:t> （</a:t>
            </a:r>
            <a:r>
              <a:rPr lang="en-US" altLang="zh-CN" sz="2000" dirty="0"/>
              <a:t>2023</a:t>
            </a:r>
            <a:r>
              <a:rPr lang="zh-CN" altLang="en-US" sz="2000" dirty="0"/>
              <a:t>）</a:t>
            </a:r>
          </a:p>
        </p:txBody>
      </p:sp>
      <p:sp>
        <p:nvSpPr>
          <p:cNvPr id="4" name="Date Placeholder 3">
            <a:extLst>
              <a:ext uri="{FF2B5EF4-FFF2-40B4-BE49-F238E27FC236}">
                <a16:creationId xmlns:a16="http://schemas.microsoft.com/office/drawing/2014/main" id="{824FD144-6298-0D1A-65F3-B873637BA7DD}"/>
              </a:ext>
            </a:extLst>
          </p:cNvPr>
          <p:cNvSpPr>
            <a:spLocks noGrp="1"/>
          </p:cNvSpPr>
          <p:nvPr>
            <p:ph type="dt" sz="half" idx="14"/>
          </p:nvPr>
        </p:nvSpPr>
        <p:spPr/>
        <p:txBody>
          <a:bodyPr/>
          <a:lstStyle/>
          <a:p>
            <a:fld id="{C053C9CC-70BF-4D8F-8638-077867D93BB3}"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0E60A51A-6CB2-E2E7-DB9B-F146DC07BE8D}"/>
              </a:ext>
            </a:extLst>
          </p:cNvPr>
          <p:cNvSpPr>
            <a:spLocks noGrp="1"/>
          </p:cNvSpPr>
          <p:nvPr>
            <p:ph type="ftr" sz="quarter" idx="15"/>
          </p:nvPr>
        </p:nvSpPr>
        <p:spPr/>
        <p:txBody>
          <a:bodyPr/>
          <a:lstStyle/>
          <a:p>
            <a:endParaRPr lang="zh-CN" altLang="en-US" dirty="0"/>
          </a:p>
        </p:txBody>
      </p:sp>
      <p:sp>
        <p:nvSpPr>
          <p:cNvPr id="6" name="Slide Number Placeholder 5">
            <a:extLst>
              <a:ext uri="{FF2B5EF4-FFF2-40B4-BE49-F238E27FC236}">
                <a16:creationId xmlns:a16="http://schemas.microsoft.com/office/drawing/2014/main" id="{7057836F-DCDE-36C9-6BE6-F55E2B5BB518}"/>
              </a:ext>
            </a:extLst>
          </p:cNvPr>
          <p:cNvSpPr>
            <a:spLocks noGrp="1"/>
          </p:cNvSpPr>
          <p:nvPr>
            <p:ph type="sldNum" sz="quarter" idx="16"/>
          </p:nvPr>
        </p:nvSpPr>
        <p:spPr/>
        <p:txBody>
          <a:bodyPr/>
          <a:lstStyle/>
          <a:p>
            <a:fld id="{23AA811B-2EBD-4900-905E-5BE206449611}" type="slidenum">
              <a:rPr lang="en-US" altLang="zh-CN" smtClean="0"/>
              <a:pPr/>
              <a:t>19</a:t>
            </a:fld>
            <a:endParaRPr lang="zh-CN" altLang="en-US" dirty="0"/>
          </a:p>
        </p:txBody>
      </p:sp>
      <p:pic>
        <p:nvPicPr>
          <p:cNvPr id="10" name="Picture 9">
            <a:extLst>
              <a:ext uri="{FF2B5EF4-FFF2-40B4-BE49-F238E27FC236}">
                <a16:creationId xmlns:a16="http://schemas.microsoft.com/office/drawing/2014/main" id="{B67682C9-563E-2E8D-F2DA-75CEC72B0C91}"/>
              </a:ext>
            </a:extLst>
          </p:cNvPr>
          <p:cNvPicPr>
            <a:picLocks noChangeAspect="1"/>
          </p:cNvPicPr>
          <p:nvPr/>
        </p:nvPicPr>
        <p:blipFill>
          <a:blip r:embed="rId3"/>
          <a:stretch>
            <a:fillRect/>
          </a:stretch>
        </p:blipFill>
        <p:spPr>
          <a:xfrm>
            <a:off x="1840865" y="3416651"/>
            <a:ext cx="9079230" cy="2630094"/>
          </a:xfrm>
          <a:prstGeom prst="rect">
            <a:avLst/>
          </a:prstGeom>
        </p:spPr>
      </p:pic>
      <p:pic>
        <p:nvPicPr>
          <p:cNvPr id="12" name="Picture 11">
            <a:extLst>
              <a:ext uri="{FF2B5EF4-FFF2-40B4-BE49-F238E27FC236}">
                <a16:creationId xmlns:a16="http://schemas.microsoft.com/office/drawing/2014/main" id="{8C3DD8FB-B83F-06C2-2A03-94237DA15C94}"/>
              </a:ext>
            </a:extLst>
          </p:cNvPr>
          <p:cNvPicPr>
            <a:picLocks noChangeAspect="1"/>
          </p:cNvPicPr>
          <p:nvPr/>
        </p:nvPicPr>
        <p:blipFill>
          <a:blip r:embed="rId4"/>
          <a:stretch>
            <a:fillRect/>
          </a:stretch>
        </p:blipFill>
        <p:spPr>
          <a:xfrm>
            <a:off x="6583630" y="964072"/>
            <a:ext cx="5405119" cy="2228796"/>
          </a:xfrm>
          <a:prstGeom prst="rect">
            <a:avLst/>
          </a:prstGeom>
          <a:ln w="28575">
            <a:solidFill>
              <a:schemeClr val="tx1"/>
            </a:solidFill>
          </a:ln>
        </p:spPr>
      </p:pic>
      <p:pic>
        <p:nvPicPr>
          <p:cNvPr id="14" name="Picture 13">
            <a:extLst>
              <a:ext uri="{FF2B5EF4-FFF2-40B4-BE49-F238E27FC236}">
                <a16:creationId xmlns:a16="http://schemas.microsoft.com/office/drawing/2014/main" id="{146C8492-396B-6B76-6887-BBE633AFFD1B}"/>
              </a:ext>
            </a:extLst>
          </p:cNvPr>
          <p:cNvPicPr>
            <a:picLocks noChangeAspect="1"/>
          </p:cNvPicPr>
          <p:nvPr/>
        </p:nvPicPr>
        <p:blipFill>
          <a:blip r:embed="rId5"/>
          <a:stretch>
            <a:fillRect/>
          </a:stretch>
        </p:blipFill>
        <p:spPr>
          <a:xfrm>
            <a:off x="203251" y="964072"/>
            <a:ext cx="5405118" cy="2229468"/>
          </a:xfrm>
          <a:prstGeom prst="rect">
            <a:avLst/>
          </a:prstGeom>
          <a:ln w="28575">
            <a:solidFill>
              <a:schemeClr val="tx1"/>
            </a:solidFill>
          </a:ln>
        </p:spPr>
      </p:pic>
      <p:sp>
        <p:nvSpPr>
          <p:cNvPr id="15" name="Arrow: Right 14">
            <a:extLst>
              <a:ext uri="{FF2B5EF4-FFF2-40B4-BE49-F238E27FC236}">
                <a16:creationId xmlns:a16="http://schemas.microsoft.com/office/drawing/2014/main" id="{F836D9BB-E805-3AAD-6F11-44B4CFACD995}"/>
              </a:ext>
            </a:extLst>
          </p:cNvPr>
          <p:cNvSpPr/>
          <p:nvPr/>
        </p:nvSpPr>
        <p:spPr>
          <a:xfrm>
            <a:off x="5811520" y="1880350"/>
            <a:ext cx="568960" cy="396240"/>
          </a:xfrm>
          <a:prstGeom prst="rightArrow">
            <a:avLst/>
          </a:prstGeom>
          <a:ln/>
        </p:spPr>
        <p:style>
          <a:lnRef idx="2">
            <a:schemeClr val="accent1">
              <a:shade val="15000"/>
            </a:schemeClr>
          </a:lnRef>
          <a:fillRef idx="1">
            <a:schemeClr val="accent1"/>
          </a:fillRef>
          <a:effectRef idx="0">
            <a:schemeClr val="accent1"/>
          </a:effectRef>
          <a:fontRef idx="minor">
            <a:schemeClr val="lt1"/>
          </a:fontRef>
        </p:style>
        <p:txBody>
          <a:bodyPr lIns="72000" tIns="36000" rIns="72000" bIns="36000" rtlCol="0" anchor="ctr"/>
          <a:lstStyle/>
          <a:p>
            <a:pPr algn="ctr">
              <a:lnSpc>
                <a:spcPct val="110000"/>
              </a:lnSpc>
            </a:pPr>
            <a:endParaRPr lang="zh-CN" altLang="en-US" sz="1400" dirty="0" err="1"/>
          </a:p>
        </p:txBody>
      </p:sp>
    </p:spTree>
    <p:extLst>
      <p:ext uri="{BB962C8B-B14F-4D97-AF65-F5344CB8AC3E}">
        <p14:creationId xmlns:p14="http://schemas.microsoft.com/office/powerpoint/2010/main" val="1903765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D9BDA-950F-86C6-7165-4DB164CB3A5C}"/>
              </a:ext>
            </a:extLst>
          </p:cNvPr>
          <p:cNvSpPr>
            <a:spLocks noGrp="1"/>
          </p:cNvSpPr>
          <p:nvPr>
            <p:ph type="title"/>
          </p:nvPr>
        </p:nvSpPr>
        <p:spPr>
          <a:xfrm>
            <a:off x="430938" y="225534"/>
            <a:ext cx="3582262" cy="363746"/>
          </a:xfrm>
        </p:spPr>
        <p:txBody>
          <a:bodyPr/>
          <a:lstStyle/>
          <a:p>
            <a:r>
              <a:rPr lang="zh-CN" altLang="en-US" sz="2000" b="1" dirty="0"/>
              <a:t>菜鸟实时数仓 </a:t>
            </a:r>
            <a:r>
              <a:rPr lang="en-US" altLang="zh-CN" sz="2000" b="1" dirty="0"/>
              <a:t>-</a:t>
            </a:r>
            <a:r>
              <a:rPr lang="zh-CN" altLang="en-US" sz="2000" b="1" dirty="0"/>
              <a:t> </a:t>
            </a:r>
            <a:r>
              <a:rPr lang="en-US" altLang="zh-CN" sz="2000" b="1" dirty="0"/>
              <a:t>Ali </a:t>
            </a:r>
            <a:r>
              <a:rPr lang="en-US" altLang="zh-CN" sz="2000" b="1" i="0" dirty="0" err="1">
                <a:solidFill>
                  <a:srgbClr val="181818"/>
                </a:solidFill>
                <a:effectLst/>
                <a:latin typeface="PingFangSC-Semibold"/>
              </a:rPr>
              <a:t>AnalyticDB</a:t>
            </a:r>
            <a:endParaRPr lang="zh-CN" altLang="en-US" sz="2000" b="1" dirty="0"/>
          </a:p>
        </p:txBody>
      </p:sp>
      <p:sp>
        <p:nvSpPr>
          <p:cNvPr id="4" name="Date Placeholder 3">
            <a:extLst>
              <a:ext uri="{FF2B5EF4-FFF2-40B4-BE49-F238E27FC236}">
                <a16:creationId xmlns:a16="http://schemas.microsoft.com/office/drawing/2014/main" id="{C261B51D-6A72-9709-C71F-15A8E16F149A}"/>
              </a:ext>
            </a:extLst>
          </p:cNvPr>
          <p:cNvSpPr>
            <a:spLocks noGrp="1"/>
          </p:cNvSpPr>
          <p:nvPr>
            <p:ph type="dt" sz="half" idx="10"/>
          </p:nvPr>
        </p:nvSpPr>
        <p:spPr/>
        <p:txBody>
          <a:bodyPr/>
          <a:lstStyle/>
          <a:p>
            <a:fld id="{598CAA73-6BB9-406B-8B12-82751B7D6FA4}" type="datetime2">
              <a:rPr lang="zh-CN" altLang="en-US" smtClean="0"/>
              <a:t>2024年3月20日</a:t>
            </a:fld>
            <a:endParaRPr lang="zh-CN" altLang="en-US" dirty="0"/>
          </a:p>
        </p:txBody>
      </p:sp>
      <p:sp>
        <p:nvSpPr>
          <p:cNvPr id="5" name="Footer Placeholder 4">
            <a:extLst>
              <a:ext uri="{FF2B5EF4-FFF2-40B4-BE49-F238E27FC236}">
                <a16:creationId xmlns:a16="http://schemas.microsoft.com/office/drawing/2014/main" id="{2D149645-A5FA-A1CD-D31F-3FC392B3A1E7}"/>
              </a:ext>
            </a:extLst>
          </p:cNvPr>
          <p:cNvSpPr>
            <a:spLocks noGrp="1"/>
          </p:cNvSpPr>
          <p:nvPr>
            <p:ph type="ftr" sz="quarter" idx="11"/>
          </p:nvPr>
        </p:nvSpPr>
        <p:spPr/>
        <p:txBody>
          <a:bodyPr/>
          <a:lstStyle/>
          <a:p>
            <a:endParaRPr lang="zh-CN" altLang="en-US" dirty="0"/>
          </a:p>
        </p:txBody>
      </p:sp>
      <p:sp>
        <p:nvSpPr>
          <p:cNvPr id="6" name="Slide Number Placeholder 5">
            <a:extLst>
              <a:ext uri="{FF2B5EF4-FFF2-40B4-BE49-F238E27FC236}">
                <a16:creationId xmlns:a16="http://schemas.microsoft.com/office/drawing/2014/main" id="{E9981645-888F-7CEF-5FD2-59A260BFC13E}"/>
              </a:ext>
            </a:extLst>
          </p:cNvPr>
          <p:cNvSpPr>
            <a:spLocks noGrp="1"/>
          </p:cNvSpPr>
          <p:nvPr>
            <p:ph type="sldNum" sz="quarter" idx="12"/>
          </p:nvPr>
        </p:nvSpPr>
        <p:spPr/>
        <p:txBody>
          <a:bodyPr/>
          <a:lstStyle/>
          <a:p>
            <a:fld id="{23AA811B-2EBD-4900-905E-5BE206449611}" type="slidenum">
              <a:rPr lang="en-US" altLang="zh-CN" smtClean="0"/>
              <a:pPr/>
              <a:t>20</a:t>
            </a:fld>
            <a:endParaRPr lang="zh-CN" altLang="en-US" dirty="0"/>
          </a:p>
        </p:txBody>
      </p:sp>
      <p:pic>
        <p:nvPicPr>
          <p:cNvPr id="8" name="Picture 7">
            <a:extLst>
              <a:ext uri="{FF2B5EF4-FFF2-40B4-BE49-F238E27FC236}">
                <a16:creationId xmlns:a16="http://schemas.microsoft.com/office/drawing/2014/main" id="{6C79B641-CB59-3C42-818D-36D4ABD6A59D}"/>
              </a:ext>
            </a:extLst>
          </p:cNvPr>
          <p:cNvPicPr>
            <a:picLocks noChangeAspect="1"/>
          </p:cNvPicPr>
          <p:nvPr/>
        </p:nvPicPr>
        <p:blipFill>
          <a:blip r:embed="rId2"/>
          <a:stretch>
            <a:fillRect/>
          </a:stretch>
        </p:blipFill>
        <p:spPr>
          <a:xfrm>
            <a:off x="298858" y="812800"/>
            <a:ext cx="4958080" cy="2933238"/>
          </a:xfrm>
          <a:prstGeom prst="rect">
            <a:avLst/>
          </a:prstGeom>
          <a:ln w="28575">
            <a:solidFill>
              <a:schemeClr val="tx1"/>
            </a:solidFill>
          </a:ln>
        </p:spPr>
      </p:pic>
      <p:pic>
        <p:nvPicPr>
          <p:cNvPr id="10" name="Picture 9">
            <a:extLst>
              <a:ext uri="{FF2B5EF4-FFF2-40B4-BE49-F238E27FC236}">
                <a16:creationId xmlns:a16="http://schemas.microsoft.com/office/drawing/2014/main" id="{0D7E91EF-8D8B-8168-464E-629F91EF27D0}"/>
              </a:ext>
            </a:extLst>
          </p:cNvPr>
          <p:cNvPicPr>
            <a:picLocks noChangeAspect="1"/>
          </p:cNvPicPr>
          <p:nvPr/>
        </p:nvPicPr>
        <p:blipFill>
          <a:blip r:embed="rId3"/>
          <a:stretch>
            <a:fillRect/>
          </a:stretch>
        </p:blipFill>
        <p:spPr>
          <a:xfrm>
            <a:off x="298857" y="3835061"/>
            <a:ext cx="4958079" cy="2797405"/>
          </a:xfrm>
          <a:prstGeom prst="rect">
            <a:avLst/>
          </a:prstGeom>
          <a:ln w="28575">
            <a:solidFill>
              <a:schemeClr val="tx1"/>
            </a:solidFill>
          </a:ln>
        </p:spPr>
      </p:pic>
      <p:pic>
        <p:nvPicPr>
          <p:cNvPr id="12" name="Picture 11">
            <a:extLst>
              <a:ext uri="{FF2B5EF4-FFF2-40B4-BE49-F238E27FC236}">
                <a16:creationId xmlns:a16="http://schemas.microsoft.com/office/drawing/2014/main" id="{D2C12BBC-0F3D-DDC9-D60A-0F86921ED637}"/>
              </a:ext>
            </a:extLst>
          </p:cNvPr>
          <p:cNvPicPr>
            <a:picLocks noChangeAspect="1"/>
          </p:cNvPicPr>
          <p:nvPr/>
        </p:nvPicPr>
        <p:blipFill>
          <a:blip r:embed="rId4"/>
          <a:stretch>
            <a:fillRect/>
          </a:stretch>
        </p:blipFill>
        <p:spPr>
          <a:xfrm>
            <a:off x="5523440" y="853440"/>
            <a:ext cx="6590788" cy="5779026"/>
          </a:xfrm>
          <a:prstGeom prst="rect">
            <a:avLst/>
          </a:prstGeom>
          <a:ln w="28575">
            <a:solidFill>
              <a:schemeClr val="tx1"/>
            </a:solidFill>
          </a:ln>
        </p:spPr>
      </p:pic>
    </p:spTree>
    <p:extLst>
      <p:ext uri="{BB962C8B-B14F-4D97-AF65-F5344CB8AC3E}">
        <p14:creationId xmlns:p14="http://schemas.microsoft.com/office/powerpoint/2010/main" val="3341454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74B35-FC35-466A-1F6B-6677EA49ABAE}"/>
              </a:ext>
            </a:extLst>
          </p:cNvPr>
          <p:cNvSpPr>
            <a:spLocks noGrp="1"/>
          </p:cNvSpPr>
          <p:nvPr>
            <p:ph type="title"/>
          </p:nvPr>
        </p:nvSpPr>
        <p:spPr>
          <a:xfrm>
            <a:off x="464604" y="1325700"/>
            <a:ext cx="3644270" cy="638607"/>
          </a:xfrm>
        </p:spPr>
        <p:txBody>
          <a:bodyPr/>
          <a:lstStyle/>
          <a:p>
            <a:r>
              <a:rPr lang="zh-CN" altLang="en-US" sz="2000" b="1" dirty="0"/>
              <a:t>知乎（</a:t>
            </a:r>
            <a:r>
              <a:rPr lang="en-US" altLang="zh-CN" sz="2000" b="1" dirty="0"/>
              <a:t>2019</a:t>
            </a:r>
            <a:r>
              <a:rPr lang="zh-CN" altLang="en-US" sz="2000" b="1" dirty="0"/>
              <a:t>）</a:t>
            </a:r>
          </a:p>
        </p:txBody>
      </p:sp>
      <p:sp>
        <p:nvSpPr>
          <p:cNvPr id="3" name="Content Placeholder 2">
            <a:extLst>
              <a:ext uri="{FF2B5EF4-FFF2-40B4-BE49-F238E27FC236}">
                <a16:creationId xmlns:a16="http://schemas.microsoft.com/office/drawing/2014/main" id="{911B4A25-9241-5F4B-7020-6979EA6689F8}"/>
              </a:ext>
            </a:extLst>
          </p:cNvPr>
          <p:cNvSpPr>
            <a:spLocks noGrp="1"/>
          </p:cNvSpPr>
          <p:nvPr>
            <p:ph idx="1"/>
          </p:nvPr>
        </p:nvSpPr>
        <p:spPr>
          <a:xfrm>
            <a:off x="432000" y="1832981"/>
            <a:ext cx="3644270" cy="3832614"/>
          </a:xfrm>
        </p:spPr>
        <p:txBody>
          <a:bodyPr/>
          <a:lstStyle/>
          <a:p>
            <a:pPr>
              <a:buClrTx/>
            </a:pPr>
            <a:r>
              <a:rPr lang="zh-CN" altLang="en-US" b="0" i="0" dirty="0">
                <a:solidFill>
                  <a:srgbClr val="212529"/>
                </a:solidFill>
                <a:effectLst/>
                <a:latin typeface="system-ui"/>
              </a:rPr>
              <a:t>技术选型上，知乎根据不同业务场景选择了</a:t>
            </a:r>
            <a:r>
              <a:rPr lang="en-US" altLang="zh-CN" b="0" i="0" dirty="0">
                <a:solidFill>
                  <a:srgbClr val="212529"/>
                </a:solidFill>
                <a:effectLst/>
                <a:latin typeface="system-ui"/>
              </a:rPr>
              <a:t>HBase </a:t>
            </a:r>
            <a:r>
              <a:rPr lang="zh-CN" altLang="en-US" b="0" i="0" dirty="0">
                <a:solidFill>
                  <a:srgbClr val="212529"/>
                </a:solidFill>
                <a:effectLst/>
                <a:latin typeface="system-ui"/>
              </a:rPr>
              <a:t>和 </a:t>
            </a:r>
            <a:r>
              <a:rPr lang="en-US" altLang="zh-CN" b="0" i="0" dirty="0">
                <a:solidFill>
                  <a:srgbClr val="212529"/>
                </a:solidFill>
                <a:effectLst/>
                <a:latin typeface="system-ui"/>
              </a:rPr>
              <a:t>Redis </a:t>
            </a:r>
            <a:r>
              <a:rPr lang="zh-CN" altLang="en-US" b="0" i="0" dirty="0">
                <a:solidFill>
                  <a:srgbClr val="212529"/>
                </a:solidFill>
                <a:effectLst/>
                <a:latin typeface="system-ui"/>
              </a:rPr>
              <a:t>作为实时指标的存储引擎</a:t>
            </a:r>
            <a:endParaRPr lang="en-US" altLang="zh-CN" b="0" i="0" dirty="0">
              <a:solidFill>
                <a:srgbClr val="212529"/>
              </a:solidFill>
              <a:effectLst/>
              <a:latin typeface="system-ui"/>
            </a:endParaRPr>
          </a:p>
          <a:p>
            <a:pPr>
              <a:buClrTx/>
            </a:pPr>
            <a:r>
              <a:rPr lang="zh-CN" altLang="en-US" b="0" i="0" dirty="0">
                <a:solidFill>
                  <a:srgbClr val="212529"/>
                </a:solidFill>
                <a:effectLst/>
                <a:latin typeface="system-ui"/>
              </a:rPr>
              <a:t>在</a:t>
            </a:r>
            <a:r>
              <a:rPr lang="en-US" altLang="zh-CN" b="0" i="0" dirty="0">
                <a:solidFill>
                  <a:srgbClr val="212529"/>
                </a:solidFill>
                <a:effectLst/>
                <a:latin typeface="system-ui"/>
              </a:rPr>
              <a:t>OLAP</a:t>
            </a:r>
            <a:r>
              <a:rPr lang="zh-CN" altLang="en-US" b="0" i="0" dirty="0">
                <a:solidFill>
                  <a:srgbClr val="212529"/>
                </a:solidFill>
                <a:effectLst/>
                <a:latin typeface="system-ui"/>
              </a:rPr>
              <a:t>选型上，知乎选择了</a:t>
            </a:r>
            <a:r>
              <a:rPr lang="en-US" altLang="zh-CN" b="1" i="0" dirty="0">
                <a:solidFill>
                  <a:srgbClr val="212529"/>
                </a:solidFill>
                <a:effectLst/>
                <a:latin typeface="system-ui"/>
              </a:rPr>
              <a:t>Druid</a:t>
            </a:r>
            <a:endParaRPr lang="zh-CN" altLang="en-US" b="1" dirty="0"/>
          </a:p>
          <a:p>
            <a:pPr>
              <a:buClrTx/>
            </a:pPr>
            <a:endParaRPr lang="zh-CN" altLang="en-US" dirty="0"/>
          </a:p>
        </p:txBody>
      </p:sp>
      <p:pic>
        <p:nvPicPr>
          <p:cNvPr id="9" name="Content Placeholder 8">
            <a:extLst>
              <a:ext uri="{FF2B5EF4-FFF2-40B4-BE49-F238E27FC236}">
                <a16:creationId xmlns:a16="http://schemas.microsoft.com/office/drawing/2014/main" id="{8DAC94F5-C3D4-87C0-827E-2CCB08F3EF9B}"/>
              </a:ext>
            </a:extLst>
          </p:cNvPr>
          <p:cNvPicPr>
            <a:picLocks noGrp="1" noChangeAspect="1"/>
          </p:cNvPicPr>
          <p:nvPr>
            <p:ph sz="half" idx="2"/>
          </p:nvPr>
        </p:nvPicPr>
        <p:blipFill>
          <a:blip r:embed="rId2"/>
          <a:stretch>
            <a:fillRect/>
          </a:stretch>
        </p:blipFill>
        <p:spPr>
          <a:xfrm>
            <a:off x="482544" y="2771554"/>
            <a:ext cx="5502275" cy="3679646"/>
          </a:xfrm>
          <a:ln w="28575">
            <a:solidFill>
              <a:schemeClr val="tx1"/>
            </a:solidFill>
          </a:ln>
        </p:spPr>
      </p:pic>
      <p:sp>
        <p:nvSpPr>
          <p:cNvPr id="5" name="Date Placeholder 4">
            <a:extLst>
              <a:ext uri="{FF2B5EF4-FFF2-40B4-BE49-F238E27FC236}">
                <a16:creationId xmlns:a16="http://schemas.microsoft.com/office/drawing/2014/main" id="{9C59B460-18EA-B492-FDC4-7FC91B6F33DC}"/>
              </a:ext>
            </a:extLst>
          </p:cNvPr>
          <p:cNvSpPr>
            <a:spLocks noGrp="1"/>
          </p:cNvSpPr>
          <p:nvPr>
            <p:ph type="dt" sz="half" idx="10"/>
          </p:nvPr>
        </p:nvSpPr>
        <p:spPr/>
        <p:txBody>
          <a:bodyPr/>
          <a:lstStyle/>
          <a:p>
            <a:fld id="{58F10841-5A36-40F0-ADDB-DD39BC5AEF11}" type="datetime2">
              <a:rPr lang="zh-CN" altLang="en-US" smtClean="0"/>
              <a:t>2024年3月20日</a:t>
            </a:fld>
            <a:endParaRPr lang="zh-CN" altLang="en-US" dirty="0"/>
          </a:p>
        </p:txBody>
      </p:sp>
      <p:sp>
        <p:nvSpPr>
          <p:cNvPr id="6" name="Footer Placeholder 5">
            <a:extLst>
              <a:ext uri="{FF2B5EF4-FFF2-40B4-BE49-F238E27FC236}">
                <a16:creationId xmlns:a16="http://schemas.microsoft.com/office/drawing/2014/main" id="{38BE35DA-FC81-F86B-8502-BFF5ACC926E3}"/>
              </a:ext>
            </a:extLst>
          </p:cNvPr>
          <p:cNvSpPr>
            <a:spLocks noGrp="1"/>
          </p:cNvSpPr>
          <p:nvPr>
            <p:ph type="ftr" sz="quarter" idx="11"/>
          </p:nvPr>
        </p:nvSpPr>
        <p:spPr/>
        <p:txBody>
          <a:bodyPr/>
          <a:lstStyle/>
          <a:p>
            <a:endParaRPr lang="zh-CN" altLang="en-US" dirty="0"/>
          </a:p>
        </p:txBody>
      </p:sp>
      <p:sp>
        <p:nvSpPr>
          <p:cNvPr id="7" name="Slide Number Placeholder 6">
            <a:extLst>
              <a:ext uri="{FF2B5EF4-FFF2-40B4-BE49-F238E27FC236}">
                <a16:creationId xmlns:a16="http://schemas.microsoft.com/office/drawing/2014/main" id="{4D2BA178-E67D-0C71-C24A-13B8CA6AD62A}"/>
              </a:ext>
            </a:extLst>
          </p:cNvPr>
          <p:cNvSpPr>
            <a:spLocks noGrp="1"/>
          </p:cNvSpPr>
          <p:nvPr>
            <p:ph type="sldNum" sz="quarter" idx="12"/>
          </p:nvPr>
        </p:nvSpPr>
        <p:spPr/>
        <p:txBody>
          <a:bodyPr/>
          <a:lstStyle/>
          <a:p>
            <a:fld id="{23AA811B-2EBD-4900-905E-5BE206449611}" type="slidenum">
              <a:rPr lang="en-US" altLang="zh-CN" smtClean="0"/>
              <a:pPr/>
              <a:t>21</a:t>
            </a:fld>
            <a:endParaRPr lang="zh-CN" altLang="en-US" dirty="0"/>
          </a:p>
        </p:txBody>
      </p:sp>
      <p:sp>
        <p:nvSpPr>
          <p:cNvPr id="10" name="Title 1">
            <a:extLst>
              <a:ext uri="{FF2B5EF4-FFF2-40B4-BE49-F238E27FC236}">
                <a16:creationId xmlns:a16="http://schemas.microsoft.com/office/drawing/2014/main" id="{84321F07-25DC-E384-E8D8-64D2163C0FC7}"/>
              </a:ext>
            </a:extLst>
          </p:cNvPr>
          <p:cNvSpPr txBox="1">
            <a:spLocks/>
          </p:cNvSpPr>
          <p:nvPr/>
        </p:nvSpPr>
        <p:spPr>
          <a:xfrm>
            <a:off x="6290198" y="294807"/>
            <a:ext cx="3644270" cy="638607"/>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200" kern="1200" spc="-60" baseline="0">
                <a:solidFill>
                  <a:schemeClr val="tx1"/>
                </a:solidFill>
                <a:latin typeface="+mj-lt"/>
                <a:ea typeface="+mj-ea"/>
                <a:cs typeface="+mj-cs"/>
              </a:defRPr>
            </a:lvl1pPr>
          </a:lstStyle>
          <a:p>
            <a:r>
              <a:rPr lang="zh-CN" altLang="en-US" sz="2000" b="1" dirty="0"/>
              <a:t>网易严选（</a:t>
            </a:r>
            <a:r>
              <a:rPr lang="en-US" altLang="zh-CN" sz="2000" b="1" dirty="0"/>
              <a:t>2019</a:t>
            </a:r>
            <a:r>
              <a:rPr lang="zh-CN" altLang="en-US" sz="2000" b="1" dirty="0"/>
              <a:t>）</a:t>
            </a:r>
          </a:p>
        </p:txBody>
      </p:sp>
      <p:sp>
        <p:nvSpPr>
          <p:cNvPr id="11" name="Content Placeholder 2">
            <a:extLst>
              <a:ext uri="{FF2B5EF4-FFF2-40B4-BE49-F238E27FC236}">
                <a16:creationId xmlns:a16="http://schemas.microsoft.com/office/drawing/2014/main" id="{583BA00F-99AB-860C-6579-CE90270E0C80}"/>
              </a:ext>
            </a:extLst>
          </p:cNvPr>
          <p:cNvSpPr txBox="1">
            <a:spLocks/>
          </p:cNvSpPr>
          <p:nvPr/>
        </p:nvSpPr>
        <p:spPr>
          <a:xfrm>
            <a:off x="6260993" y="845679"/>
            <a:ext cx="3644270" cy="3832614"/>
          </a:xfrm>
          <a:prstGeom prst="rect">
            <a:avLst/>
          </a:prstGeom>
        </p:spPr>
        <p:txBody>
          <a:bodyPr vert="horz" lIns="0" tIns="0" rIns="0" bIns="0" rtlCol="0">
            <a:noAutofit/>
          </a:bodyPr>
          <a:lstStyle>
            <a:lvl1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1pPr>
            <a:lvl2pPr marL="36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3pPr>
            <a:lvl4pPr marL="72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b="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Arial" panose="020B0604020202020204" pitchFamily="34" charset="0"/>
              <a:buChar char="​"/>
              <a:tabLst/>
              <a:defRPr sz="1800" kern="1200">
                <a:solidFill>
                  <a:schemeClr val="tx1"/>
                </a:solidFill>
                <a:latin typeface="+mn-lt"/>
                <a:ea typeface="+mn-ea"/>
                <a:cs typeface="+mn-cs"/>
              </a:defRPr>
            </a:lvl5pPr>
            <a:lvl6pPr marL="0" indent="0" algn="l" defTabSz="914400" rtl="0" eaLnBrk="1" latinLnBrk="0" hangingPunct="1">
              <a:lnSpc>
                <a:spcPct val="110000"/>
              </a:lnSpc>
              <a:spcBef>
                <a:spcPts val="0"/>
              </a:spcBef>
              <a:spcAft>
                <a:spcPts val="0"/>
              </a:spcAft>
              <a:buFont typeface="Arial" panose="020B0604020202020204" pitchFamily="34" charset="0"/>
              <a:buChar char="​"/>
              <a:defRPr sz="1400" kern="1200" cap="none" baseline="0">
                <a:solidFill>
                  <a:schemeClr val="tx1"/>
                </a:solidFill>
                <a:latin typeface="+mn-lt"/>
                <a:ea typeface="+mn-ea"/>
                <a:cs typeface="KONE Information" panose="020B0603040000020003" pitchFamily="34" charset="-79"/>
              </a:defRPr>
            </a:lvl6pPr>
            <a:lvl7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100" b="0" kern="1200" baseline="0">
                <a:solidFill>
                  <a:schemeClr val="tx1"/>
                </a:solidFill>
                <a:latin typeface="+mn-lt"/>
                <a:ea typeface="+mn-ea"/>
                <a:cs typeface="+mn-cs"/>
              </a:defRPr>
            </a:lvl7pPr>
            <a:lvl8pPr marL="0" indent="0" algn="l" defTabSz="914400" rtl="0" eaLnBrk="1" latinLnBrk="0" hangingPunct="1">
              <a:lnSpc>
                <a:spcPct val="110000"/>
              </a:lnSpc>
              <a:spcBef>
                <a:spcPts val="0"/>
              </a:spcBef>
              <a:spcAft>
                <a:spcPts val="0"/>
              </a:spcAft>
              <a:buFont typeface="Arial" panose="020B0604020202020204" pitchFamily="34" charset="0"/>
              <a:buChar char="​"/>
              <a:defRPr sz="1100" kern="1200">
                <a:solidFill>
                  <a:schemeClr val="tx1"/>
                </a:solidFill>
                <a:latin typeface="+mn-lt"/>
                <a:ea typeface="+mn-ea"/>
                <a:cs typeface="+mn-cs"/>
              </a:defRPr>
            </a:lvl8pPr>
            <a:lvl9pPr marL="0" indent="0" algn="l" defTabSz="914400" rtl="0" eaLnBrk="1" latinLnBrk="0" hangingPunct="1">
              <a:lnSpc>
                <a:spcPct val="110000"/>
              </a:lnSpc>
              <a:spcBef>
                <a:spcPts val="0"/>
              </a:spcBef>
              <a:spcAft>
                <a:spcPts val="300"/>
              </a:spcAft>
              <a:buFont typeface="Arial" panose="020B0604020202020204" pitchFamily="34" charset="0"/>
              <a:buChar char="​"/>
              <a:defRPr sz="1400" kern="1200" cap="all" spc="-60" baseline="0">
                <a:solidFill>
                  <a:srgbClr val="1450F5"/>
                </a:solidFill>
                <a:latin typeface="KONE Information" panose="020B0603040000020003" pitchFamily="34" charset="-79"/>
                <a:ea typeface="+mn-ea"/>
                <a:cs typeface="KONE Information" panose="020B0603040000020003" pitchFamily="34" charset="-79"/>
              </a:defRPr>
            </a:lvl9pPr>
          </a:lstStyle>
          <a:p>
            <a:pPr>
              <a:buClrTx/>
            </a:pPr>
            <a:r>
              <a:rPr lang="zh-CN" altLang="en-US" b="0" i="0" dirty="0">
                <a:solidFill>
                  <a:srgbClr val="212529"/>
                </a:solidFill>
                <a:effectLst/>
                <a:latin typeface="system-ui"/>
              </a:rPr>
              <a:t>网易严选选择了</a:t>
            </a:r>
            <a:r>
              <a:rPr lang="en-US" altLang="zh-CN" b="1" i="0" dirty="0" err="1">
                <a:solidFill>
                  <a:srgbClr val="212529"/>
                </a:solidFill>
                <a:effectLst/>
                <a:latin typeface="system-ui"/>
              </a:rPr>
              <a:t>GreenPulm</a:t>
            </a:r>
            <a:r>
              <a:rPr lang="zh-CN" altLang="en-US" b="0" i="0" dirty="0">
                <a:solidFill>
                  <a:srgbClr val="212529"/>
                </a:solidFill>
                <a:effectLst/>
                <a:latin typeface="system-ui"/>
              </a:rPr>
              <a:t>、</a:t>
            </a:r>
            <a:r>
              <a:rPr lang="en-US" altLang="zh-CN" b="0" i="0" dirty="0" err="1">
                <a:solidFill>
                  <a:srgbClr val="212529"/>
                </a:solidFill>
                <a:effectLst/>
                <a:latin typeface="system-ui"/>
              </a:rPr>
              <a:t>Hbase</a:t>
            </a:r>
            <a:r>
              <a:rPr lang="zh-CN" altLang="en-US" b="0" i="0" dirty="0">
                <a:solidFill>
                  <a:srgbClr val="212529"/>
                </a:solidFill>
                <a:effectLst/>
                <a:latin typeface="system-ui"/>
              </a:rPr>
              <a:t>、</a:t>
            </a:r>
            <a:r>
              <a:rPr lang="en-US" altLang="zh-CN" b="0" i="0" dirty="0">
                <a:solidFill>
                  <a:srgbClr val="212529"/>
                </a:solidFill>
                <a:effectLst/>
                <a:latin typeface="system-ui"/>
              </a:rPr>
              <a:t>Redis</a:t>
            </a:r>
            <a:r>
              <a:rPr lang="zh-CN" altLang="en-US" b="0" i="0" dirty="0">
                <a:solidFill>
                  <a:srgbClr val="212529"/>
                </a:solidFill>
                <a:effectLst/>
                <a:latin typeface="system-ui"/>
              </a:rPr>
              <a:t>和</a:t>
            </a:r>
            <a:r>
              <a:rPr lang="en-US" altLang="zh-CN" b="0" i="0" dirty="0">
                <a:solidFill>
                  <a:srgbClr val="212529"/>
                </a:solidFill>
                <a:effectLst/>
                <a:latin typeface="system-ui"/>
              </a:rPr>
              <a:t>MySQL</a:t>
            </a:r>
            <a:r>
              <a:rPr lang="zh-CN" altLang="en-US" b="0" i="0" dirty="0">
                <a:solidFill>
                  <a:srgbClr val="212529"/>
                </a:solidFill>
                <a:effectLst/>
                <a:latin typeface="system-ui"/>
              </a:rPr>
              <a:t>作为数据的计算和透出层</a:t>
            </a:r>
            <a:endParaRPr lang="zh-CN" altLang="en-US" dirty="0"/>
          </a:p>
        </p:txBody>
      </p:sp>
      <p:pic>
        <p:nvPicPr>
          <p:cNvPr id="13" name="Picture 12">
            <a:extLst>
              <a:ext uri="{FF2B5EF4-FFF2-40B4-BE49-F238E27FC236}">
                <a16:creationId xmlns:a16="http://schemas.microsoft.com/office/drawing/2014/main" id="{90A49B8C-10E6-0E18-6F90-7D5E720BE902}"/>
              </a:ext>
            </a:extLst>
          </p:cNvPr>
          <p:cNvPicPr>
            <a:picLocks noChangeAspect="1"/>
          </p:cNvPicPr>
          <p:nvPr/>
        </p:nvPicPr>
        <p:blipFill>
          <a:blip r:embed="rId3"/>
          <a:stretch>
            <a:fillRect/>
          </a:stretch>
        </p:blipFill>
        <p:spPr>
          <a:xfrm>
            <a:off x="6290198" y="1607632"/>
            <a:ext cx="5078842" cy="2676525"/>
          </a:xfrm>
          <a:prstGeom prst="rect">
            <a:avLst/>
          </a:prstGeom>
          <a:ln w="28575">
            <a:solidFill>
              <a:schemeClr val="tx1"/>
            </a:solidFill>
          </a:ln>
        </p:spPr>
      </p:pic>
      <p:pic>
        <p:nvPicPr>
          <p:cNvPr id="15" name="Picture 14">
            <a:extLst>
              <a:ext uri="{FF2B5EF4-FFF2-40B4-BE49-F238E27FC236}">
                <a16:creationId xmlns:a16="http://schemas.microsoft.com/office/drawing/2014/main" id="{A383C945-B928-3FF5-B5A9-2A7F54CAC368}"/>
              </a:ext>
            </a:extLst>
          </p:cNvPr>
          <p:cNvPicPr>
            <a:picLocks noChangeAspect="1"/>
          </p:cNvPicPr>
          <p:nvPr/>
        </p:nvPicPr>
        <p:blipFill>
          <a:blip r:embed="rId4"/>
          <a:stretch>
            <a:fillRect/>
          </a:stretch>
        </p:blipFill>
        <p:spPr>
          <a:xfrm>
            <a:off x="6290198" y="4396944"/>
            <a:ext cx="5078842" cy="2200275"/>
          </a:xfrm>
          <a:prstGeom prst="rect">
            <a:avLst/>
          </a:prstGeom>
          <a:ln w="28575">
            <a:solidFill>
              <a:schemeClr val="tx1"/>
            </a:solidFill>
          </a:ln>
        </p:spPr>
      </p:pic>
      <p:sp>
        <p:nvSpPr>
          <p:cNvPr id="4" name="Content Placeholder 2">
            <a:extLst>
              <a:ext uri="{FF2B5EF4-FFF2-40B4-BE49-F238E27FC236}">
                <a16:creationId xmlns:a16="http://schemas.microsoft.com/office/drawing/2014/main" id="{CAA1577E-6176-838A-38D4-F40BDB7FCDF1}"/>
              </a:ext>
            </a:extLst>
          </p:cNvPr>
          <p:cNvSpPr txBox="1">
            <a:spLocks/>
          </p:cNvSpPr>
          <p:nvPr/>
        </p:nvSpPr>
        <p:spPr>
          <a:xfrm>
            <a:off x="432000" y="805318"/>
            <a:ext cx="3560400" cy="623640"/>
          </a:xfrm>
          <a:prstGeom prst="rect">
            <a:avLst/>
          </a:prstGeom>
        </p:spPr>
        <p:txBody>
          <a:bodyPr vert="horz" lIns="0" tIns="0" rIns="0" bIns="0" rtlCol="0">
            <a:noAutofit/>
          </a:bodyPr>
          <a:lstStyle>
            <a:lvl1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1pPr>
            <a:lvl2pPr marL="36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kern="1200">
                <a:solidFill>
                  <a:schemeClr val="tx1"/>
                </a:solidFill>
                <a:latin typeface="+mn-lt"/>
                <a:ea typeface="+mn-ea"/>
                <a:cs typeface="+mn-cs"/>
              </a:defRPr>
            </a:lvl3pPr>
            <a:lvl4pPr marL="72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400" b="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Arial" panose="020B0604020202020204" pitchFamily="34" charset="0"/>
              <a:buChar char="​"/>
              <a:tabLst/>
              <a:defRPr sz="1800" kern="1200">
                <a:solidFill>
                  <a:schemeClr val="tx1"/>
                </a:solidFill>
                <a:latin typeface="+mn-lt"/>
                <a:ea typeface="+mn-ea"/>
                <a:cs typeface="+mn-cs"/>
              </a:defRPr>
            </a:lvl5pPr>
            <a:lvl6pPr marL="0" indent="0" algn="l" defTabSz="914400" rtl="0" eaLnBrk="1" latinLnBrk="0" hangingPunct="1">
              <a:lnSpc>
                <a:spcPct val="110000"/>
              </a:lnSpc>
              <a:spcBef>
                <a:spcPts val="0"/>
              </a:spcBef>
              <a:spcAft>
                <a:spcPts val="0"/>
              </a:spcAft>
              <a:buFont typeface="Arial" panose="020B0604020202020204" pitchFamily="34" charset="0"/>
              <a:buChar char="​"/>
              <a:defRPr sz="1400" kern="1200" cap="none" baseline="0">
                <a:solidFill>
                  <a:schemeClr val="tx1"/>
                </a:solidFill>
                <a:latin typeface="+mn-lt"/>
                <a:ea typeface="+mn-ea"/>
                <a:cs typeface="KONE Information" panose="020B0603040000020003" pitchFamily="34" charset="-79"/>
              </a:defRPr>
            </a:lvl6pPr>
            <a:lvl7pPr marL="180000" indent="-180000" algn="l" defTabSz="914400" rtl="0" eaLnBrk="1" latinLnBrk="0" hangingPunct="1">
              <a:lnSpc>
                <a:spcPct val="110000"/>
              </a:lnSpc>
              <a:spcBef>
                <a:spcPts val="300"/>
              </a:spcBef>
              <a:spcAft>
                <a:spcPts val="300"/>
              </a:spcAft>
              <a:buClr>
                <a:srgbClr val="1450F5"/>
              </a:buClr>
              <a:buFont typeface="Arial" panose="020B0604020202020204" pitchFamily="34" charset="0"/>
              <a:buChar char="•"/>
              <a:defRPr sz="1100" b="0" kern="1200" baseline="0">
                <a:solidFill>
                  <a:schemeClr val="tx1"/>
                </a:solidFill>
                <a:latin typeface="+mn-lt"/>
                <a:ea typeface="+mn-ea"/>
                <a:cs typeface="+mn-cs"/>
              </a:defRPr>
            </a:lvl7pPr>
            <a:lvl8pPr marL="0" indent="0" algn="l" defTabSz="914400" rtl="0" eaLnBrk="1" latinLnBrk="0" hangingPunct="1">
              <a:lnSpc>
                <a:spcPct val="110000"/>
              </a:lnSpc>
              <a:spcBef>
                <a:spcPts val="0"/>
              </a:spcBef>
              <a:spcAft>
                <a:spcPts val="0"/>
              </a:spcAft>
              <a:buFont typeface="Arial" panose="020B0604020202020204" pitchFamily="34" charset="0"/>
              <a:buChar char="​"/>
              <a:defRPr sz="1100" kern="1200">
                <a:solidFill>
                  <a:schemeClr val="tx1"/>
                </a:solidFill>
                <a:latin typeface="+mn-lt"/>
                <a:ea typeface="+mn-ea"/>
                <a:cs typeface="+mn-cs"/>
              </a:defRPr>
            </a:lvl8pPr>
            <a:lvl9pPr marL="0" indent="0" algn="l" defTabSz="914400" rtl="0" eaLnBrk="1" latinLnBrk="0" hangingPunct="1">
              <a:lnSpc>
                <a:spcPct val="110000"/>
              </a:lnSpc>
              <a:spcBef>
                <a:spcPts val="0"/>
              </a:spcBef>
              <a:spcAft>
                <a:spcPts val="300"/>
              </a:spcAft>
              <a:buFont typeface="Arial" panose="020B0604020202020204" pitchFamily="34" charset="0"/>
              <a:buChar char="​"/>
              <a:defRPr sz="1400" kern="1200" cap="all" spc="-60" baseline="0">
                <a:solidFill>
                  <a:srgbClr val="1450F5"/>
                </a:solidFill>
                <a:latin typeface="KONE Information" panose="020B0603040000020003" pitchFamily="34" charset="-79"/>
                <a:ea typeface="+mn-ea"/>
                <a:cs typeface="KONE Information" panose="020B0603040000020003" pitchFamily="34" charset="-79"/>
              </a:defRPr>
            </a:lvl9pPr>
          </a:lstStyle>
          <a:p>
            <a:pPr>
              <a:buClrTx/>
            </a:pPr>
            <a:r>
              <a:rPr lang="en-US" altLang="zh-CN" b="1" dirty="0" err="1"/>
              <a:t>StarRocks</a:t>
            </a:r>
            <a:r>
              <a:rPr lang="en-US" altLang="zh-CN" b="1" dirty="0"/>
              <a:t> + </a:t>
            </a:r>
            <a:r>
              <a:rPr lang="en-US" altLang="zh-CN" b="1" dirty="0" err="1"/>
              <a:t>IceBurgh</a:t>
            </a:r>
            <a:r>
              <a:rPr lang="en-US" altLang="zh-CN" b="1" dirty="0"/>
              <a:t> </a:t>
            </a:r>
            <a:r>
              <a:rPr lang="zh-CN" altLang="en-US" dirty="0"/>
              <a:t>湖仓一体</a:t>
            </a:r>
          </a:p>
        </p:txBody>
      </p:sp>
      <p:sp>
        <p:nvSpPr>
          <p:cNvPr id="8" name="Title 1">
            <a:extLst>
              <a:ext uri="{FF2B5EF4-FFF2-40B4-BE49-F238E27FC236}">
                <a16:creationId xmlns:a16="http://schemas.microsoft.com/office/drawing/2014/main" id="{364F8B65-6CA0-BACB-F6FC-E7A3113E0F1F}"/>
              </a:ext>
            </a:extLst>
          </p:cNvPr>
          <p:cNvSpPr txBox="1">
            <a:spLocks/>
          </p:cNvSpPr>
          <p:nvPr/>
        </p:nvSpPr>
        <p:spPr>
          <a:xfrm>
            <a:off x="432000" y="264760"/>
            <a:ext cx="5247440" cy="98640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200" kern="1200" spc="-60" baseline="0">
                <a:solidFill>
                  <a:schemeClr val="tx1"/>
                </a:solidFill>
                <a:latin typeface="+mj-lt"/>
                <a:ea typeface="+mj-ea"/>
                <a:cs typeface="+mj-cs"/>
              </a:defRPr>
            </a:lvl1pPr>
          </a:lstStyle>
          <a:p>
            <a:r>
              <a:rPr lang="zh-CN" altLang="en-US" sz="2000" dirty="0">
                <a:hlinkClick r:id="rId5"/>
              </a:rPr>
              <a:t>微信实验平台</a:t>
            </a:r>
            <a:r>
              <a:rPr lang="en-US" altLang="zh-CN" sz="2000" dirty="0">
                <a:hlinkClick r:id="rId5"/>
              </a:rPr>
              <a:t>Iceberg</a:t>
            </a:r>
            <a:r>
              <a:rPr lang="zh-CN" altLang="en-US" sz="2000" dirty="0">
                <a:hlinkClick r:id="rId5"/>
              </a:rPr>
              <a:t>湖仓一体架构改造  </a:t>
            </a:r>
            <a:r>
              <a:rPr lang="zh-CN" altLang="en-US" sz="2000" dirty="0"/>
              <a:t> </a:t>
            </a:r>
            <a:r>
              <a:rPr lang="en-US" altLang="zh-CN" sz="2000" dirty="0"/>
              <a:t>(2023)</a:t>
            </a:r>
            <a:endParaRPr lang="zh-CN" altLang="en-US" sz="2000" dirty="0"/>
          </a:p>
        </p:txBody>
      </p:sp>
    </p:spTree>
    <p:extLst>
      <p:ext uri="{BB962C8B-B14F-4D97-AF65-F5344CB8AC3E}">
        <p14:creationId xmlns:p14="http://schemas.microsoft.com/office/powerpoint/2010/main" val="1846783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3E7C693-C7C7-AF02-A016-61D1FB2C010F}"/>
              </a:ext>
            </a:extLst>
          </p:cNvPr>
          <p:cNvSpPr>
            <a:spLocks noGrp="1"/>
          </p:cNvSpPr>
          <p:nvPr>
            <p:ph type="sldNum" sz="quarter" idx="17"/>
          </p:nvPr>
        </p:nvSpPr>
        <p:spPr/>
        <p:txBody>
          <a:bodyPr/>
          <a:lstStyle/>
          <a:p>
            <a:fld id="{23AA811B-2EBD-4900-905E-5BE206449611}" type="slidenum">
              <a:rPr lang="en-US" altLang="zh-CN" smtClean="0"/>
              <a:pPr/>
              <a:t>22</a:t>
            </a:fld>
            <a:endParaRPr lang="zh-CN" altLang="en-US" dirty="0"/>
          </a:p>
        </p:txBody>
      </p:sp>
      <p:sp>
        <p:nvSpPr>
          <p:cNvPr id="4" name="Date Placeholder 3" hidden="1">
            <a:extLst>
              <a:ext uri="{FF2B5EF4-FFF2-40B4-BE49-F238E27FC236}">
                <a16:creationId xmlns:a16="http://schemas.microsoft.com/office/drawing/2014/main" id="{6F27B476-B90A-8D05-4A7D-24B6E8A3FF34}"/>
              </a:ext>
            </a:extLst>
          </p:cNvPr>
          <p:cNvSpPr>
            <a:spLocks noGrp="1"/>
          </p:cNvSpPr>
          <p:nvPr>
            <p:ph type="dt" sz="half" idx="18"/>
          </p:nvPr>
        </p:nvSpPr>
        <p:spPr/>
        <p:txBody>
          <a:bodyPr/>
          <a:lstStyle/>
          <a:p>
            <a:fld id="{B948D31D-368A-4D56-A528-305A129836A9}" type="datetime2">
              <a:rPr lang="zh-CN" altLang="en-US" smtClean="0"/>
              <a:t>2024年3月20日</a:t>
            </a:fld>
            <a:endParaRPr lang="zh-CN" altLang="en-US" dirty="0"/>
          </a:p>
        </p:txBody>
      </p:sp>
      <p:pic>
        <p:nvPicPr>
          <p:cNvPr id="22" name="Picture Placeholder 21" descr="A picture containing car, person&#10;&#10;Description automatically generated">
            <a:extLst>
              <a:ext uri="{FF2B5EF4-FFF2-40B4-BE49-F238E27FC236}">
                <a16:creationId xmlns:a16="http://schemas.microsoft.com/office/drawing/2014/main" id="{69303333-FB78-320C-6D90-47F7E99CB5F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a:fillRect/>
          </a:stretch>
        </p:blipFill>
        <p:spPr/>
      </p:pic>
      <p:sp>
        <p:nvSpPr>
          <p:cNvPr id="6" name="Title 5">
            <a:extLst>
              <a:ext uri="{FF2B5EF4-FFF2-40B4-BE49-F238E27FC236}">
                <a16:creationId xmlns:a16="http://schemas.microsoft.com/office/drawing/2014/main" id="{7A41A3E3-7473-9E86-F75A-8C0B7985E656}"/>
              </a:ext>
            </a:extLst>
          </p:cNvPr>
          <p:cNvSpPr>
            <a:spLocks noGrp="1"/>
          </p:cNvSpPr>
          <p:nvPr>
            <p:ph type="ctrTitle"/>
          </p:nvPr>
        </p:nvSpPr>
        <p:spPr/>
        <p:txBody>
          <a:bodyPr/>
          <a:lstStyle/>
          <a:p>
            <a:r>
              <a:rPr lang="en-US" altLang="zh-CN"/>
              <a:t>Thank you</a:t>
            </a:r>
            <a:endParaRPr lang="zh-CN" altLang="en-US" dirty="0"/>
          </a:p>
        </p:txBody>
      </p:sp>
      <p:sp>
        <p:nvSpPr>
          <p:cNvPr id="7" name="Text Placeholder 6">
            <a:extLst>
              <a:ext uri="{FF2B5EF4-FFF2-40B4-BE49-F238E27FC236}">
                <a16:creationId xmlns:a16="http://schemas.microsoft.com/office/drawing/2014/main" id="{8B80AACB-F014-12C3-E3BE-5CC4B4C56D27}"/>
              </a:ext>
            </a:extLst>
          </p:cNvPr>
          <p:cNvSpPr>
            <a:spLocks noGrp="1"/>
          </p:cNvSpPr>
          <p:nvPr>
            <p:ph type="body" sz="quarter" idx="19"/>
          </p:nvPr>
        </p:nvSpPr>
        <p:spPr/>
        <p:txBody>
          <a:bodyPr/>
          <a:lstStyle/>
          <a:p>
            <a:endParaRPr lang="zh-CN" altLang="en-US" dirty="0"/>
          </a:p>
        </p:txBody>
      </p:sp>
      <p:sp>
        <p:nvSpPr>
          <p:cNvPr id="8" name="Text Placeholder 7">
            <a:extLst>
              <a:ext uri="{FF2B5EF4-FFF2-40B4-BE49-F238E27FC236}">
                <a16:creationId xmlns:a16="http://schemas.microsoft.com/office/drawing/2014/main" id="{06BEF643-1D7D-F68F-9912-772D85E9B234}"/>
              </a:ext>
            </a:extLst>
          </p:cNvPr>
          <p:cNvSpPr>
            <a:spLocks noGrp="1"/>
          </p:cNvSpPr>
          <p:nvPr>
            <p:ph type="body" sz="quarter" idx="20"/>
          </p:nvPr>
        </p:nvSpPr>
        <p:spPr/>
        <p:txBody>
          <a:bodyPr/>
          <a:lstStyle/>
          <a:p>
            <a:endParaRPr lang="zh-CN" altLang="en-US" dirty="0"/>
          </a:p>
        </p:txBody>
      </p:sp>
      <p:sp>
        <p:nvSpPr>
          <p:cNvPr id="2" name="Footer Placeholder 1" hidden="1">
            <a:extLst>
              <a:ext uri="{FF2B5EF4-FFF2-40B4-BE49-F238E27FC236}">
                <a16:creationId xmlns:a16="http://schemas.microsoft.com/office/drawing/2014/main" id="{D75E1DC5-E3EB-8F28-CC30-65B82B26B099}"/>
              </a:ext>
            </a:extLst>
          </p:cNvPr>
          <p:cNvSpPr>
            <a:spLocks noGrp="1"/>
          </p:cNvSpPr>
          <p:nvPr>
            <p:ph type="ftr" sz="quarter" idx="16"/>
          </p:nvPr>
        </p:nvSpPr>
        <p:spPr/>
        <p:txBody>
          <a:bodyPr/>
          <a:lstStyle/>
          <a:p>
            <a:endParaRPr lang="zh-CN" altLang="en-US" dirty="0"/>
          </a:p>
        </p:txBody>
      </p:sp>
    </p:spTree>
    <p:extLst>
      <p:ext uri="{BB962C8B-B14F-4D97-AF65-F5344CB8AC3E}">
        <p14:creationId xmlns:p14="http://schemas.microsoft.com/office/powerpoint/2010/main" val="1288447503"/>
      </p:ext>
    </p:extLst>
  </p:cSld>
  <p:clrMapOvr>
    <a:masterClrMapping/>
  </p:clrMapOvr>
</p:sld>
</file>

<file path=ppt/theme/theme1.xml><?xml version="1.0" encoding="utf-8"?>
<a:theme xmlns:a="http://schemas.openxmlformats.org/drawingml/2006/main" name="KONE">
  <a:themeElements>
    <a:clrScheme name="KONE">
      <a:dk1>
        <a:srgbClr val="141414"/>
      </a:dk1>
      <a:lt1>
        <a:srgbClr val="FFFFFF"/>
      </a:lt1>
      <a:dk2>
        <a:srgbClr val="1450F5"/>
      </a:dk2>
      <a:lt2>
        <a:srgbClr val="F3EEEA"/>
      </a:lt2>
      <a:accent1>
        <a:srgbClr val="1450F5"/>
      </a:accent1>
      <a:accent2>
        <a:srgbClr val="FFCDD7"/>
      </a:accent2>
      <a:accent3>
        <a:srgbClr val="FFE141"/>
      </a:accent3>
      <a:accent4>
        <a:srgbClr val="AAE1C8"/>
      </a:accent4>
      <a:accent5>
        <a:srgbClr val="D2F5FF"/>
      </a:accent5>
      <a:accent6>
        <a:srgbClr val="A1B9FB"/>
      </a:accent6>
      <a:hlink>
        <a:srgbClr val="1450F5"/>
      </a:hlink>
      <a:folHlink>
        <a:srgbClr val="141414"/>
      </a:folHlink>
    </a:clrScheme>
    <a:fontScheme name="KONE SC">
      <a:majorFont>
        <a:latin typeface="Inter"/>
        <a:ea typeface="Noto Sans SC"/>
        <a:cs typeface=""/>
      </a:majorFont>
      <a:minorFont>
        <a:latin typeface="Inter"/>
        <a:ea typeface="Noto Sans S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450F5"/>
        </a:solidFill>
        <a:ln>
          <a:solidFill>
            <a:srgbClr val="1450F5"/>
          </a:solidFill>
        </a:ln>
      </a:spPr>
      <a:bodyPr lIns="72000" tIns="36000" rIns="72000" bIns="36000" rtlCol="0" anchor="ctr"/>
      <a:lstStyle>
        <a:defPPr algn="ctr">
          <a:lnSpc>
            <a:spcPct val="110000"/>
          </a:lnSpc>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0000" tIns="46800" rIns="90000" bIns="46800" rtlCol="0">
        <a:spAutoFit/>
      </a:bodyPr>
      <a:lstStyle>
        <a:defPPr marL="0" indent="0" algn="l" defTabSz="914400" rtl="0" eaLnBrk="1" latinLnBrk="0" hangingPunct="1">
          <a:lnSpc>
            <a:spcPct val="110000"/>
          </a:lnSpc>
          <a:spcBef>
            <a:spcPts val="300"/>
          </a:spcBef>
          <a:spcAft>
            <a:spcPts val="300"/>
          </a:spcAft>
          <a:buFontTx/>
          <a:buNone/>
          <a:defRPr sz="1400" kern="1200" dirty="0" err="1" smtClean="0">
            <a:solidFill>
              <a:schemeClr val="tx1"/>
            </a:solidFill>
            <a:latin typeface="+mn-lt"/>
            <a:ea typeface="+mn-ea"/>
            <a:cs typeface="+mn-cs"/>
          </a:defRPr>
        </a:defPPr>
      </a:lstStyle>
    </a:txDef>
  </a:objectDefaults>
  <a:extraClrSchemeLst/>
  <a:custClrLst>
    <a:custClr name="KONE Blue">
      <a:srgbClr val="1450F5"/>
    </a:custClr>
    <a:custClr name="Black">
      <a:srgbClr val="141414"/>
    </a:custClr>
    <a:custClr name="Color has no name">
      <a:srgbClr val="FFFFFF"/>
    </a:custClr>
    <a:custClr name="Sand">
      <a:srgbClr val="F3EEEA"/>
    </a:custClr>
    <a:custClr name="Yellow">
      <a:srgbClr val="FFE141"/>
    </a:custClr>
    <a:custClr name="Light Blue">
      <a:srgbClr val="D2F5FF"/>
    </a:custClr>
    <a:custClr name="Pink">
      <a:srgbClr val="FFCDD7"/>
    </a:custClr>
    <a:custClr name="Green">
      <a:srgbClr val="AAE1C8"/>
    </a:custClr>
    <a:custClr name="Color has no name">
      <a:srgbClr val="FFFFFF"/>
    </a:custClr>
    <a:custClr name="Color has no name">
      <a:srgbClr val="FFFFFF"/>
    </a:custClr>
    <a:custClr name="80% KONE Blue">
      <a:srgbClr val="4373F7"/>
    </a:custClr>
    <a:custClr name="80% Black">
      <a:srgbClr val="434343"/>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60% KONE Blue">
      <a:srgbClr val="7296F9"/>
    </a:custClr>
    <a:custClr name="60% Black">
      <a:srgbClr val="727272"/>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40% KONE Blue">
      <a:srgbClr val="A1B9FB"/>
    </a:custClr>
    <a:custClr name="40% Black">
      <a:srgbClr val="A1A1A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20% KONE Blue">
      <a:srgbClr val="D0DCFD"/>
    </a:custClr>
    <a:custClr name="20% Black">
      <a:srgbClr val="D0D0D0"/>
    </a:custClr>
    <a:custClr name="Color has no name">
      <a:srgbClr val="FFFFFF"/>
    </a:custClr>
    <a:custClr name="Color has no name">
      <a:srgbClr val="FFFFFF"/>
    </a:custClr>
    <a:custClr name="Color has no name">
      <a:srgbClr val="FFFFFF"/>
    </a:custClr>
    <a:custClr name="Red">
      <a:srgbClr val="FF5F28"/>
    </a:custClr>
    <a:custClr name="Orange">
      <a:srgbClr val="FFA023"/>
    </a:custClr>
    <a:custClr name="Green">
      <a:srgbClr val="1ED273"/>
    </a:custClr>
    <a:custClr name="Color has no name">
      <a:srgbClr val="FFFFFF"/>
    </a:custClr>
    <a:custClr name="Color has no name">
      <a:srgbClr val="FFFFFF"/>
    </a:custClr>
  </a:custClrLst>
  <a:extLst>
    <a:ext uri="{05A4C25C-085E-4340-85A3-A5531E510DB2}">
      <thm15:themeFamily xmlns:thm15="http://schemas.microsoft.com/office/thememl/2012/main" name="Presentation11" id="{B32BCC8F-7FB1-4CAC-A84F-2C3D2EA1A8AC}" vid="{6D201073-D35B-46CD-856D-34DE2A5A02F7}"/>
    </a:ext>
  </a:extLst>
</a:theme>
</file>

<file path=ppt/theme/theme2.xml><?xml version="1.0" encoding="utf-8"?>
<a:theme xmlns:a="http://schemas.openxmlformats.org/drawingml/2006/main" name="Office-tema">
  <a:themeElements>
    <a:clrScheme name="KONE">
      <a:dk1>
        <a:srgbClr val="141414"/>
      </a:dk1>
      <a:lt1>
        <a:srgbClr val="FFFFFF"/>
      </a:lt1>
      <a:dk2>
        <a:srgbClr val="1450F5"/>
      </a:dk2>
      <a:lt2>
        <a:srgbClr val="F3EEEA"/>
      </a:lt2>
      <a:accent1>
        <a:srgbClr val="1450F5"/>
      </a:accent1>
      <a:accent2>
        <a:srgbClr val="FFCDD7"/>
      </a:accent2>
      <a:accent3>
        <a:srgbClr val="FFE141"/>
      </a:accent3>
      <a:accent4>
        <a:srgbClr val="AAE1C8"/>
      </a:accent4>
      <a:accent5>
        <a:srgbClr val="D2F5FF"/>
      </a:accent5>
      <a:accent6>
        <a:srgbClr val="A1B9FB"/>
      </a:accent6>
      <a:hlink>
        <a:srgbClr val="1450F5"/>
      </a:hlink>
      <a:folHlink>
        <a:srgbClr val="141414"/>
      </a:folHlink>
    </a:clrScheme>
    <a:fontScheme name="KONE">
      <a:majorFont>
        <a:latin typeface="Inter"/>
        <a:ea typeface=""/>
        <a:cs typeface=""/>
      </a:majorFont>
      <a:minorFont>
        <a:latin typeface="Inter"/>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KONE Blue">
      <a:srgbClr val="1450F5"/>
    </a:custClr>
    <a:custClr name="Black">
      <a:srgbClr val="141414"/>
    </a:custClr>
    <a:custClr name="Color has no name">
      <a:srgbClr val="FFFFFF"/>
    </a:custClr>
    <a:custClr name="Sand">
      <a:srgbClr val="F3EEEA"/>
    </a:custClr>
    <a:custClr name="Yellow">
      <a:srgbClr val="FFE141"/>
    </a:custClr>
    <a:custClr name="Light Blue">
      <a:srgbClr val="D2F5FF"/>
    </a:custClr>
    <a:custClr name="Pink">
      <a:srgbClr val="FFCDD7"/>
    </a:custClr>
    <a:custClr name="Green">
      <a:srgbClr val="AAE1C8"/>
    </a:custClr>
    <a:custClr name="Color has no name">
      <a:srgbClr val="FFFFFF"/>
    </a:custClr>
    <a:custClr name="Color has no name">
      <a:srgbClr val="FFFFFF"/>
    </a:custClr>
    <a:custClr name="80% KONE Blue">
      <a:srgbClr val="4373F7"/>
    </a:custClr>
    <a:custClr name="80% Black">
      <a:srgbClr val="434343"/>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60% KONE Blue">
      <a:srgbClr val="7296F9"/>
    </a:custClr>
    <a:custClr name="60% Black">
      <a:srgbClr val="727272"/>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40% KONE Blue">
      <a:srgbClr val="A1B9FB"/>
    </a:custClr>
    <a:custClr name="40% Black">
      <a:srgbClr val="A1A1A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20% KONE Blue">
      <a:srgbClr val="D0DCFD"/>
    </a:custClr>
    <a:custClr name="20% Black">
      <a:srgbClr val="D0D0D0"/>
    </a:custClr>
    <a:custClr name="Color has no name">
      <a:srgbClr val="FFFFFF"/>
    </a:custClr>
    <a:custClr name="Color has no name">
      <a:srgbClr val="FFFFFF"/>
    </a:custClr>
    <a:custClr name="Color has no name">
      <a:srgbClr val="FFFFFF"/>
    </a:custClr>
    <a:custClr name="Red">
      <a:srgbClr val="FF5F28"/>
    </a:custClr>
    <a:custClr name="Orange">
      <a:srgbClr val="FFA023"/>
    </a:custClr>
    <a:custClr name="Green">
      <a:srgbClr val="1ED273"/>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KONE">
      <a:dk1>
        <a:srgbClr val="141414"/>
      </a:dk1>
      <a:lt1>
        <a:srgbClr val="FFFFFF"/>
      </a:lt1>
      <a:dk2>
        <a:srgbClr val="1450F5"/>
      </a:dk2>
      <a:lt2>
        <a:srgbClr val="F3EEEA"/>
      </a:lt2>
      <a:accent1>
        <a:srgbClr val="1450F5"/>
      </a:accent1>
      <a:accent2>
        <a:srgbClr val="FFCDD7"/>
      </a:accent2>
      <a:accent3>
        <a:srgbClr val="FFE141"/>
      </a:accent3>
      <a:accent4>
        <a:srgbClr val="AAE1C8"/>
      </a:accent4>
      <a:accent5>
        <a:srgbClr val="D2F5FF"/>
      </a:accent5>
      <a:accent6>
        <a:srgbClr val="A1B9FB"/>
      </a:accent6>
      <a:hlink>
        <a:srgbClr val="1450F5"/>
      </a:hlink>
      <a:folHlink>
        <a:srgbClr val="141414"/>
      </a:folHlink>
    </a:clrScheme>
    <a:fontScheme name="KONE">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KONE Blue">
      <a:srgbClr val="1450F5"/>
    </a:custClr>
    <a:custClr name="Black">
      <a:srgbClr val="141414"/>
    </a:custClr>
    <a:custClr name="Color has no name">
      <a:srgbClr val="FFFFFF"/>
    </a:custClr>
    <a:custClr name="Sand">
      <a:srgbClr val="F3EEEA"/>
    </a:custClr>
    <a:custClr name="Yellow">
      <a:srgbClr val="FFE141"/>
    </a:custClr>
    <a:custClr name="Light Blue">
      <a:srgbClr val="D2F5FF"/>
    </a:custClr>
    <a:custClr name="Pink">
      <a:srgbClr val="FFCDD7"/>
    </a:custClr>
    <a:custClr name="Green">
      <a:srgbClr val="AAE1C8"/>
    </a:custClr>
    <a:custClr name="Color has no name">
      <a:srgbClr val="FFFFFF"/>
    </a:custClr>
    <a:custClr name="Color has no name">
      <a:srgbClr val="FFFFFF"/>
    </a:custClr>
    <a:custClr name="80% KONE Blue">
      <a:srgbClr val="4373F7"/>
    </a:custClr>
    <a:custClr name="80% Black">
      <a:srgbClr val="434343"/>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60% KONE Blue">
      <a:srgbClr val="7296F9"/>
    </a:custClr>
    <a:custClr name="60% Black">
      <a:srgbClr val="727272"/>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40% KONE Blue">
      <a:srgbClr val="A1B9FB"/>
    </a:custClr>
    <a:custClr name="40% Black">
      <a:srgbClr val="A1A1A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20% KONE Blue">
      <a:srgbClr val="D0DCFD"/>
    </a:custClr>
    <a:custClr name="20% Black">
      <a:srgbClr val="D0D0D0"/>
    </a:custClr>
    <a:custClr name="Color has no name">
      <a:srgbClr val="FFFFFF"/>
    </a:custClr>
    <a:custClr name="Color has no name">
      <a:srgbClr val="FFFFFF"/>
    </a:custClr>
    <a:custClr name="Color has no name">
      <a:srgbClr val="FFFFFF"/>
    </a:custClr>
    <a:custClr name="Red">
      <a:srgbClr val="FF5F28"/>
    </a:custClr>
    <a:custClr name="Orange">
      <a:srgbClr val="FFA023"/>
    </a:custClr>
    <a:custClr name="Green">
      <a:srgbClr val="1ED273"/>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29315a3d-10f3-4290-a9ac-f9b0ff3e5f5e">
      <Terms xmlns="http://schemas.microsoft.com/office/infopath/2007/PartnerControls"/>
    </lcf76f155ced4ddcb4097134ff3c332f>
    <TaxCatchAll xmlns="31583c00-91dc-4cbc-a08d-eb44bc0cfc09"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41185E3773A142ADFF0DD3316D5858" ma:contentTypeVersion="20" ma:contentTypeDescription="Create a new document." ma:contentTypeScope="" ma:versionID="e587ae908042432edf45b3075c44b77f">
  <xsd:schema xmlns:xsd="http://www.w3.org/2001/XMLSchema" xmlns:xs="http://www.w3.org/2001/XMLSchema" xmlns:p="http://schemas.microsoft.com/office/2006/metadata/properties" xmlns:ns1="http://schemas.microsoft.com/sharepoint/v3" xmlns:ns2="29315a3d-10f3-4290-a9ac-f9b0ff3e5f5e" xmlns:ns3="5009a61c-9d0b-4b41-bb09-cf6818589286" xmlns:ns4="31583c00-91dc-4cbc-a08d-eb44bc0cfc09" targetNamespace="http://schemas.microsoft.com/office/2006/metadata/properties" ma:root="true" ma:fieldsID="b027b04da0d4c80534ee11be0b2a32bd" ns1:_="" ns2:_="" ns3:_="" ns4:_="">
    <xsd:import namespace="http://schemas.microsoft.com/sharepoint/v3"/>
    <xsd:import namespace="29315a3d-10f3-4290-a9ac-f9b0ff3e5f5e"/>
    <xsd:import namespace="5009a61c-9d0b-4b41-bb09-cf6818589286"/>
    <xsd:import namespace="31583c00-91dc-4cbc-a08d-eb44bc0cfc0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2:MediaServiceLocation" minOccurs="0"/>
                <xsd:element ref="ns2:MediaServiceOCR" minOccurs="0"/>
                <xsd:element ref="ns1:_ip_UnifiedCompliancePolicyProperties" minOccurs="0"/>
                <xsd:element ref="ns1:_ip_UnifiedCompliancePolicyUIAction" minOccurs="0"/>
                <xsd:element ref="ns2:MediaServiceGenerationTime" minOccurs="0"/>
                <xsd:element ref="ns2:MediaServiceEventHashCode" minOccurs="0"/>
                <xsd:element ref="ns2:MediaServiceAutoKeyPoints" minOccurs="0"/>
                <xsd:element ref="ns2:MediaServiceKeyPoints" minOccurs="0"/>
                <xsd:element ref="ns4:TaxCatchAll"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9315a3d-10f3-4290-a9ac-f9b0ff3e5f5e"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Location" ma:index="14" nillable="true" ma:displayName="MediaServiceLoca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03b1389-14e1-41a5-be6c-9f77b12621cb" ma:termSetId="09814cd3-568e-fe90-9814-8d621ff8fb84" ma:anchorId="fba54fb3-c3e1-fe81-a776-ca4b69148c4d" ma:open="true" ma:isKeyword="false">
      <xsd:complexType>
        <xsd:sequence>
          <xsd:element ref="pc:Terms" minOccurs="0" maxOccurs="1"/>
        </xsd:sequence>
      </xsd:complex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009a61c-9d0b-4b41-bb09-cf6818589286"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83c00-91dc-4cbc-a08d-eb44bc0cfc09"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d93713ef-acc1-4ed5-a9b9-5073845a5478}" ma:internalName="TaxCatchAll" ma:showField="CatchAllData" ma:web="5009a61c-9d0b-4b41-bb09-cf681858928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923E8-261B-433D-A6C0-78F592DF4D54}">
  <ds:schemaRefs>
    <ds:schemaRef ds:uri="http://schemas.microsoft.com/office/2006/metadata/properties"/>
    <ds:schemaRef ds:uri="http://schemas.microsoft.com/office/infopath/2007/PartnerControls"/>
    <ds:schemaRef ds:uri="http://schemas.microsoft.com/sharepoint/v3"/>
    <ds:schemaRef ds:uri="29315a3d-10f3-4290-a9ac-f9b0ff3e5f5e"/>
    <ds:schemaRef ds:uri="31583c00-91dc-4cbc-a08d-eb44bc0cfc09"/>
  </ds:schemaRefs>
</ds:datastoreItem>
</file>

<file path=customXml/itemProps2.xml><?xml version="1.0" encoding="utf-8"?>
<ds:datastoreItem xmlns:ds="http://schemas.openxmlformats.org/officeDocument/2006/customXml" ds:itemID="{E0F47981-F6E9-40E0-9F71-33EEB1BA7CAC}">
  <ds:schemaRefs>
    <ds:schemaRef ds:uri="http://schemas.microsoft.com/sharepoint/v3/contenttype/forms"/>
  </ds:schemaRefs>
</ds:datastoreItem>
</file>

<file path=customXml/itemProps3.xml><?xml version="1.0" encoding="utf-8"?>
<ds:datastoreItem xmlns:ds="http://schemas.openxmlformats.org/officeDocument/2006/customXml" ds:itemID="{ABC68C4C-9827-4C28-A43E-6D9D335E85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9315a3d-10f3-4290-a9ac-f9b0ff3e5f5e"/>
    <ds:schemaRef ds:uri="5009a61c-9d0b-4b41-bb09-cf6818589286"/>
    <ds:schemaRef ds:uri="31583c00-91dc-4cbc-a08d-eb44bc0cfc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595ec8e-1e2e-428f-9506-de1cbd0c2835}" enabled="1" method="Standard" siteId="{2bb82c64-2eb1-43f7-8862-fdc1d2333b50}" removed="0"/>
</clbl:labelList>
</file>

<file path=docProps/app.xml><?xml version="1.0" encoding="utf-8"?>
<Properties xmlns="http://schemas.openxmlformats.org/officeDocument/2006/extended-properties" xmlns:vt="http://schemas.openxmlformats.org/officeDocument/2006/docPropsVTypes">
  <Template>数据存储选型</Template>
  <TotalTime>8568</TotalTime>
  <Words>3168</Words>
  <Application>Microsoft Office PowerPoint</Application>
  <PresentationFormat>Widescreen</PresentationFormat>
  <Paragraphs>320</Paragraphs>
  <Slides>22</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Helvetica Neue</vt:lpstr>
      <vt:lpstr>system-ui</vt:lpstr>
      <vt:lpstr>Inter SemiBold</vt:lpstr>
      <vt:lpstr>PingFangSC-Semibold</vt:lpstr>
      <vt:lpstr>Wingdings</vt:lpstr>
      <vt:lpstr>KONE Information</vt:lpstr>
      <vt:lpstr>Verdana</vt:lpstr>
      <vt:lpstr>Inter</vt:lpstr>
      <vt:lpstr>arial</vt:lpstr>
      <vt:lpstr>PingFang SC</vt:lpstr>
      <vt:lpstr>-apple-system</vt:lpstr>
      <vt:lpstr>arial</vt:lpstr>
      <vt:lpstr>KONE</vt:lpstr>
      <vt:lpstr>数据存储相关调研</vt:lpstr>
      <vt:lpstr>PowerPoint Presentation</vt:lpstr>
      <vt:lpstr>背景与需求</vt:lpstr>
      <vt:lpstr>业务定位与未来展望</vt:lpstr>
      <vt:lpstr>PowerPoint Presentation</vt:lpstr>
      <vt:lpstr>LSM-Tree</vt:lpstr>
      <vt:lpstr>HBase</vt:lpstr>
      <vt:lpstr>ClickHouse</vt:lpstr>
      <vt:lpstr>InfluxDB</vt:lpstr>
      <vt:lpstr>TiDB</vt:lpstr>
      <vt:lpstr>OLAP分类</vt:lpstr>
      <vt:lpstr>PowerPoint Presentation</vt:lpstr>
      <vt:lpstr>Snowflake</vt:lpstr>
      <vt:lpstr>Cloud Data Warehouse</vt:lpstr>
      <vt:lpstr>DB-Ranking</vt:lpstr>
      <vt:lpstr>DataLake &amp; LakeHouse</vt:lpstr>
      <vt:lpstr>DataLake</vt:lpstr>
      <vt:lpstr>美团基于 Flink 的实时数仓建设实践 （2018）</vt:lpstr>
      <vt:lpstr>从 Clickhouse 到 Apache Doris：有赞业务场景下性能测试与迁移验证 （2023）</vt:lpstr>
      <vt:lpstr>菜鸟实时数仓 - Ali AnalyticDB</vt:lpstr>
      <vt:lpstr>知乎（2019）</vt:lpstr>
      <vt:lpstr>Thank you</vt:lpstr>
    </vt:vector>
  </TitlesOfParts>
  <Company>KONE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数据存储相关调研</dc:title>
  <dc:creator>Guo Dong 1</dc:creator>
  <cp:lastModifiedBy>Guo Dong 1</cp:lastModifiedBy>
  <cp:revision>1</cp:revision>
  <dcterms:created xsi:type="dcterms:W3CDTF">2024-03-13T06:38:35Z</dcterms:created>
  <dcterms:modified xsi:type="dcterms:W3CDTF">2024-03-20T09:46:52Z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omnidocs.com</vt:lpwstr>
  </property>
  <property fmtid="{D5CDD505-2E9C-101B-9397-08002B2CF9AE}" pid="3" name="ContentTypeId">
    <vt:lpwstr>0x010100CC41185E3773A142ADFF0DD3316D5858</vt:lpwstr>
  </property>
  <property fmtid="{D5CDD505-2E9C-101B-9397-08002B2CF9AE}" pid="4" name="ClassificationContentMarkingHeaderLocations">
    <vt:lpwstr>KONE:5</vt:lpwstr>
  </property>
  <property fmtid="{D5CDD505-2E9C-101B-9397-08002B2CF9AE}" pid="5" name="ClassificationContentMarkingHeaderText">
    <vt:lpwstr>KONE Internal</vt:lpwstr>
  </property>
</Properties>
</file>